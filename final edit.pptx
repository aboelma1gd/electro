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2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144000" cy="5143500" type="screen16x9"/>
  <p:notesSz cx="6858000" cy="9144000"/>
  <p:embeddedFontLst>
    <p:embeddedFont>
      <p:font typeface="Cairo" panose="020B0604020202020204" charset="-78"/>
      <p:regular r:id="rId52"/>
      <p:bold r:id="rId53"/>
    </p:embeddedFont>
    <p:embeddedFont>
      <p:font typeface="Source Code Pro" panose="020B0509030403020204" pitchFamily="49" charset="0"/>
      <p:regular r:id="rId54"/>
      <p:bold r:id="rId55"/>
      <p:italic r:id="rId56"/>
      <p:boldItalic r:id="rId57"/>
    </p:embeddedFont>
    <p:embeddedFont>
      <p:font typeface="Trebuchet MS" panose="020B0603020202020204" pitchFamily="34" charset="0"/>
      <p:regular r:id="rId58"/>
      <p:bold r:id="rId59"/>
      <p:italic r:id="rId60"/>
      <p:boldItalic r:id="rId61"/>
    </p:embeddedFont>
    <p:embeddedFont>
      <p:font typeface="Wingdings 3" panose="05040102010807070707" pitchFamily="18" charset="2"/>
      <p:regular r:id="rId6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AEEBB2-13CE-454A-AB27-C09E82DA3902}">
  <a:tblStyle styleId="{6AAEEBB2-13CE-454A-AB27-C09E82DA390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35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61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sv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svg"/><Relationship Id="rId4" Type="http://schemas.openxmlformats.org/officeDocument/2006/relationships/image" Target="../media/image51.svg"/><Relationship Id="rId9" Type="http://schemas.openxmlformats.org/officeDocument/2006/relationships/image" Target="../media/image5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sv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svg"/><Relationship Id="rId4" Type="http://schemas.openxmlformats.org/officeDocument/2006/relationships/image" Target="../media/image51.svg"/><Relationship Id="rId9" Type="http://schemas.openxmlformats.org/officeDocument/2006/relationships/image" Target="../media/image5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C0FA50-588F-4845-8B65-40C90B7A0D2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6F32DFF4-C637-423E-9DAB-DD7B86C51C9F}">
      <dgm:prSet/>
      <dgm:spPr/>
      <dgm:t>
        <a:bodyPr/>
        <a:lstStyle/>
        <a:p>
          <a:r>
            <a:rPr lang="en-US" b="1" dirty="0"/>
            <a:t>E-commerce</a:t>
          </a:r>
          <a:endParaRPr lang="en-US" dirty="0"/>
        </a:p>
      </dgm:t>
    </dgm:pt>
    <dgm:pt modelId="{AE2C7465-A346-4D6E-9EC6-DC9C82A6B694}" type="parTrans" cxnId="{187436E1-4F7B-410F-B9BB-9FBB19D8F3E9}">
      <dgm:prSet/>
      <dgm:spPr/>
      <dgm:t>
        <a:bodyPr/>
        <a:lstStyle/>
        <a:p>
          <a:endParaRPr lang="en-US"/>
        </a:p>
      </dgm:t>
    </dgm:pt>
    <dgm:pt modelId="{E246132B-8A3D-43BB-A3FE-D28A7B1EF832}" type="sibTrans" cxnId="{187436E1-4F7B-410F-B9BB-9FBB19D8F3E9}">
      <dgm:prSet/>
      <dgm:spPr/>
      <dgm:t>
        <a:bodyPr/>
        <a:lstStyle/>
        <a:p>
          <a:endParaRPr lang="en-US"/>
        </a:p>
      </dgm:t>
    </dgm:pt>
    <dgm:pt modelId="{665B6E2A-1680-459D-B22C-FE1CA91D4627}">
      <dgm:prSet/>
      <dgm:spPr/>
      <dgm:t>
        <a:bodyPr/>
        <a:lstStyle/>
        <a:p>
          <a:r>
            <a:rPr lang="en-US" b="1" dirty="0"/>
            <a:t>Website and Mobile App (electro)</a:t>
          </a:r>
          <a:endParaRPr lang="en-US" dirty="0"/>
        </a:p>
      </dgm:t>
    </dgm:pt>
    <dgm:pt modelId="{23474C91-EADD-42EF-ABD6-04C62B307EF1}" type="parTrans" cxnId="{A988015A-0417-4390-9998-DE69AEE8B6A1}">
      <dgm:prSet/>
      <dgm:spPr/>
      <dgm:t>
        <a:bodyPr/>
        <a:lstStyle/>
        <a:p>
          <a:endParaRPr lang="en-US"/>
        </a:p>
      </dgm:t>
    </dgm:pt>
    <dgm:pt modelId="{C2DD1DC9-0524-4C82-8DB3-9B2BA1B0EE16}" type="sibTrans" cxnId="{A988015A-0417-4390-9998-DE69AEE8B6A1}">
      <dgm:prSet/>
      <dgm:spPr/>
      <dgm:t>
        <a:bodyPr/>
        <a:lstStyle/>
        <a:p>
          <a:endParaRPr lang="en-US"/>
        </a:p>
      </dgm:t>
    </dgm:pt>
    <dgm:pt modelId="{8D53EB10-1BD5-49CF-9AAD-1BE65AF41B06}" type="pres">
      <dgm:prSet presAssocID="{5FC0FA50-588F-4845-8B65-40C90B7A0D24}" presName="root" presStyleCnt="0">
        <dgm:presLayoutVars>
          <dgm:dir/>
          <dgm:resizeHandles val="exact"/>
        </dgm:presLayoutVars>
      </dgm:prSet>
      <dgm:spPr/>
    </dgm:pt>
    <dgm:pt modelId="{B23B20A9-E647-4AFF-9103-9330C06DC2B6}" type="pres">
      <dgm:prSet presAssocID="{6F32DFF4-C637-423E-9DAB-DD7B86C51C9F}" presName="compNode" presStyleCnt="0"/>
      <dgm:spPr/>
    </dgm:pt>
    <dgm:pt modelId="{B494FD60-FE4A-4CA5-9E5D-A9E0DA470ECA}" type="pres">
      <dgm:prSet presAssocID="{6F32DFF4-C637-423E-9DAB-DD7B86C51C9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BA0DB00B-2A40-4F91-9430-9F38E5F7C855}" type="pres">
      <dgm:prSet presAssocID="{6F32DFF4-C637-423E-9DAB-DD7B86C51C9F}" presName="spaceRect" presStyleCnt="0"/>
      <dgm:spPr/>
    </dgm:pt>
    <dgm:pt modelId="{8A00812F-07C5-425E-9CA2-0CFC944BBC13}" type="pres">
      <dgm:prSet presAssocID="{6F32DFF4-C637-423E-9DAB-DD7B86C51C9F}" presName="textRect" presStyleLbl="revTx" presStyleIdx="0" presStyleCnt="2">
        <dgm:presLayoutVars>
          <dgm:chMax val="1"/>
          <dgm:chPref val="1"/>
        </dgm:presLayoutVars>
      </dgm:prSet>
      <dgm:spPr/>
    </dgm:pt>
    <dgm:pt modelId="{6772B86A-FF80-4C27-A828-44A67B266B7D}" type="pres">
      <dgm:prSet presAssocID="{E246132B-8A3D-43BB-A3FE-D28A7B1EF832}" presName="sibTrans" presStyleCnt="0"/>
      <dgm:spPr/>
    </dgm:pt>
    <dgm:pt modelId="{07C6A197-23CF-433A-80C9-7777096B7965}" type="pres">
      <dgm:prSet presAssocID="{665B6E2A-1680-459D-B22C-FE1CA91D4627}" presName="compNode" presStyleCnt="0"/>
      <dgm:spPr/>
    </dgm:pt>
    <dgm:pt modelId="{04EBCE6B-410E-4E45-8E62-20819749AB73}" type="pres">
      <dgm:prSet presAssocID="{665B6E2A-1680-459D-B22C-FE1CA91D462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1EC58592-744B-416B-B01B-0870077558C4}" type="pres">
      <dgm:prSet presAssocID="{665B6E2A-1680-459D-B22C-FE1CA91D4627}" presName="spaceRect" presStyleCnt="0"/>
      <dgm:spPr/>
    </dgm:pt>
    <dgm:pt modelId="{063BCEDC-5AE5-4C64-AF6E-8E11008B15EA}" type="pres">
      <dgm:prSet presAssocID="{665B6E2A-1680-459D-B22C-FE1CA91D462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D6E2A19-7609-4D31-B09B-CA14B48F18BC}" type="presOf" srcId="{5FC0FA50-588F-4845-8B65-40C90B7A0D24}" destId="{8D53EB10-1BD5-49CF-9AAD-1BE65AF41B06}" srcOrd="0" destOrd="0" presId="urn:microsoft.com/office/officeart/2018/2/layout/IconLabelList"/>
    <dgm:cxn modelId="{6C112855-DBC1-4F45-A17E-71ECAFC84F49}" type="presOf" srcId="{665B6E2A-1680-459D-B22C-FE1CA91D4627}" destId="{063BCEDC-5AE5-4C64-AF6E-8E11008B15EA}" srcOrd="0" destOrd="0" presId="urn:microsoft.com/office/officeart/2018/2/layout/IconLabelList"/>
    <dgm:cxn modelId="{A988015A-0417-4390-9998-DE69AEE8B6A1}" srcId="{5FC0FA50-588F-4845-8B65-40C90B7A0D24}" destId="{665B6E2A-1680-459D-B22C-FE1CA91D4627}" srcOrd="1" destOrd="0" parTransId="{23474C91-EADD-42EF-ABD6-04C62B307EF1}" sibTransId="{C2DD1DC9-0524-4C82-8DB3-9B2BA1B0EE16}"/>
    <dgm:cxn modelId="{026A65CC-D91A-4D05-BBCA-AD4084D56F07}" type="presOf" srcId="{6F32DFF4-C637-423E-9DAB-DD7B86C51C9F}" destId="{8A00812F-07C5-425E-9CA2-0CFC944BBC13}" srcOrd="0" destOrd="0" presId="urn:microsoft.com/office/officeart/2018/2/layout/IconLabelList"/>
    <dgm:cxn modelId="{187436E1-4F7B-410F-B9BB-9FBB19D8F3E9}" srcId="{5FC0FA50-588F-4845-8B65-40C90B7A0D24}" destId="{6F32DFF4-C637-423E-9DAB-DD7B86C51C9F}" srcOrd="0" destOrd="0" parTransId="{AE2C7465-A346-4D6E-9EC6-DC9C82A6B694}" sibTransId="{E246132B-8A3D-43BB-A3FE-D28A7B1EF832}"/>
    <dgm:cxn modelId="{CF299420-7697-438A-8412-F8ECD3D9D10B}" type="presParOf" srcId="{8D53EB10-1BD5-49CF-9AAD-1BE65AF41B06}" destId="{B23B20A9-E647-4AFF-9103-9330C06DC2B6}" srcOrd="0" destOrd="0" presId="urn:microsoft.com/office/officeart/2018/2/layout/IconLabelList"/>
    <dgm:cxn modelId="{E020A502-45D1-4DDA-BBDD-28CFB0C306D7}" type="presParOf" srcId="{B23B20A9-E647-4AFF-9103-9330C06DC2B6}" destId="{B494FD60-FE4A-4CA5-9E5D-A9E0DA470ECA}" srcOrd="0" destOrd="0" presId="urn:microsoft.com/office/officeart/2018/2/layout/IconLabelList"/>
    <dgm:cxn modelId="{02435DC8-7E0B-49F6-952D-C37093201068}" type="presParOf" srcId="{B23B20A9-E647-4AFF-9103-9330C06DC2B6}" destId="{BA0DB00B-2A40-4F91-9430-9F38E5F7C855}" srcOrd="1" destOrd="0" presId="urn:microsoft.com/office/officeart/2018/2/layout/IconLabelList"/>
    <dgm:cxn modelId="{814E265D-54AF-4A84-9063-5BFC1EEB2E8E}" type="presParOf" srcId="{B23B20A9-E647-4AFF-9103-9330C06DC2B6}" destId="{8A00812F-07C5-425E-9CA2-0CFC944BBC13}" srcOrd="2" destOrd="0" presId="urn:microsoft.com/office/officeart/2018/2/layout/IconLabelList"/>
    <dgm:cxn modelId="{D0C26438-A2C5-4D54-ADF1-5315C502DC30}" type="presParOf" srcId="{8D53EB10-1BD5-49CF-9AAD-1BE65AF41B06}" destId="{6772B86A-FF80-4C27-A828-44A67B266B7D}" srcOrd="1" destOrd="0" presId="urn:microsoft.com/office/officeart/2018/2/layout/IconLabelList"/>
    <dgm:cxn modelId="{5619841C-D75F-4185-9F53-0C9E0379456B}" type="presParOf" srcId="{8D53EB10-1BD5-49CF-9AAD-1BE65AF41B06}" destId="{07C6A197-23CF-433A-80C9-7777096B7965}" srcOrd="2" destOrd="0" presId="urn:microsoft.com/office/officeart/2018/2/layout/IconLabelList"/>
    <dgm:cxn modelId="{2FAE434B-EB0E-4764-869E-BFB72FF0552B}" type="presParOf" srcId="{07C6A197-23CF-433A-80C9-7777096B7965}" destId="{04EBCE6B-410E-4E45-8E62-20819749AB73}" srcOrd="0" destOrd="0" presId="urn:microsoft.com/office/officeart/2018/2/layout/IconLabelList"/>
    <dgm:cxn modelId="{A73E74AD-772E-4BA9-A0DF-95EE66801D15}" type="presParOf" srcId="{07C6A197-23CF-433A-80C9-7777096B7965}" destId="{1EC58592-744B-416B-B01B-0870077558C4}" srcOrd="1" destOrd="0" presId="urn:microsoft.com/office/officeart/2018/2/layout/IconLabelList"/>
    <dgm:cxn modelId="{EEB74E70-63F4-4D03-8B75-C410EDBF0513}" type="presParOf" srcId="{07C6A197-23CF-433A-80C9-7777096B7965}" destId="{063BCEDC-5AE5-4C64-AF6E-8E11008B15E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D1E9F7-56EE-4E7B-8F43-735172CA6EDD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57AEAE-4D67-4E51-8C69-D473A9D91DE4}">
      <dgm:prSet/>
      <dgm:spPr/>
      <dgm:t>
        <a:bodyPr/>
        <a:lstStyle/>
        <a:p>
          <a:r>
            <a:rPr lang="en-US" b="1" dirty="0"/>
            <a:t>Competitors:</a:t>
          </a:r>
          <a:endParaRPr lang="en-US" dirty="0"/>
        </a:p>
      </dgm:t>
    </dgm:pt>
    <dgm:pt modelId="{09859D30-9765-4D35-AFBB-B42DCBF83C7F}" type="parTrans" cxnId="{41A7518A-69ED-47DB-9453-3800B6621721}">
      <dgm:prSet/>
      <dgm:spPr/>
      <dgm:t>
        <a:bodyPr/>
        <a:lstStyle/>
        <a:p>
          <a:endParaRPr lang="en-US"/>
        </a:p>
      </dgm:t>
    </dgm:pt>
    <dgm:pt modelId="{C5178686-A023-44DE-9B94-CE40CA9C5312}" type="sibTrans" cxnId="{41A7518A-69ED-47DB-9453-3800B6621721}">
      <dgm:prSet/>
      <dgm:spPr/>
      <dgm:t>
        <a:bodyPr/>
        <a:lstStyle/>
        <a:p>
          <a:endParaRPr lang="en-US"/>
        </a:p>
      </dgm:t>
    </dgm:pt>
    <dgm:pt modelId="{BD716601-F060-4A22-8186-D24FFD2072AA}">
      <dgm:prSet custT="1"/>
      <dgm:spPr/>
      <dgm:t>
        <a:bodyPr/>
        <a:lstStyle/>
        <a:p>
          <a:r>
            <a:rPr lang="en-US" sz="2400" dirty="0"/>
            <a:t>Noon</a:t>
          </a:r>
        </a:p>
      </dgm:t>
    </dgm:pt>
    <dgm:pt modelId="{8826D99F-D7EB-4DB8-96E2-79D2701935F9}" type="parTrans" cxnId="{DA1BCF0E-52E1-4830-9FE0-68C6E6437C92}">
      <dgm:prSet/>
      <dgm:spPr/>
      <dgm:t>
        <a:bodyPr/>
        <a:lstStyle/>
        <a:p>
          <a:endParaRPr lang="en-US"/>
        </a:p>
      </dgm:t>
    </dgm:pt>
    <dgm:pt modelId="{95A27479-D831-4617-9ADB-FC7B8B061C5E}" type="sibTrans" cxnId="{DA1BCF0E-52E1-4830-9FE0-68C6E6437C92}">
      <dgm:prSet/>
      <dgm:spPr/>
      <dgm:t>
        <a:bodyPr/>
        <a:lstStyle/>
        <a:p>
          <a:endParaRPr lang="en-US"/>
        </a:p>
      </dgm:t>
    </dgm:pt>
    <dgm:pt modelId="{E7A5CB21-B4AD-433A-B87E-1B547E431866}">
      <dgm:prSet/>
      <dgm:spPr/>
      <dgm:t>
        <a:bodyPr/>
        <a:lstStyle/>
        <a:p>
          <a:r>
            <a:rPr lang="en-US" b="1" dirty="0"/>
            <a:t>Limitations of Existing Solutions:</a:t>
          </a:r>
          <a:endParaRPr lang="en-US" dirty="0"/>
        </a:p>
      </dgm:t>
    </dgm:pt>
    <dgm:pt modelId="{76AFB55D-7836-4A88-BCAF-7A9B3AE07655}" type="parTrans" cxnId="{20BE3E1D-DC19-456D-BD60-112AA7AD17D3}">
      <dgm:prSet/>
      <dgm:spPr/>
      <dgm:t>
        <a:bodyPr/>
        <a:lstStyle/>
        <a:p>
          <a:endParaRPr lang="en-US"/>
        </a:p>
      </dgm:t>
    </dgm:pt>
    <dgm:pt modelId="{75CA0D70-ABB2-472B-BA2F-DF10C3B68B8E}" type="sibTrans" cxnId="{20BE3E1D-DC19-456D-BD60-112AA7AD17D3}">
      <dgm:prSet/>
      <dgm:spPr/>
      <dgm:t>
        <a:bodyPr/>
        <a:lstStyle/>
        <a:p>
          <a:endParaRPr lang="en-US"/>
        </a:p>
      </dgm:t>
    </dgm:pt>
    <dgm:pt modelId="{0C464EBC-66FF-4786-9ABC-A2AFF010AD51}">
      <dgm:prSet custT="1"/>
      <dgm:spPr/>
      <dgm:t>
        <a:bodyPr/>
        <a:lstStyle/>
        <a:p>
          <a:r>
            <a:rPr lang="en-US" sz="1600" b="0" dirty="0"/>
            <a:t>Poor Web &amp; Mobile Sync</a:t>
          </a:r>
        </a:p>
      </dgm:t>
    </dgm:pt>
    <dgm:pt modelId="{5547874C-C3FE-4971-8F9A-88DFAEFD7CDE}" type="parTrans" cxnId="{D2A32474-9DB2-4282-96FA-7AF80EAB2D4F}">
      <dgm:prSet/>
      <dgm:spPr/>
      <dgm:t>
        <a:bodyPr/>
        <a:lstStyle/>
        <a:p>
          <a:endParaRPr lang="en-US"/>
        </a:p>
      </dgm:t>
    </dgm:pt>
    <dgm:pt modelId="{5E12D7C4-605B-404D-AE44-BE08F5B8A6CA}" type="sibTrans" cxnId="{D2A32474-9DB2-4282-96FA-7AF80EAB2D4F}">
      <dgm:prSet/>
      <dgm:spPr/>
      <dgm:t>
        <a:bodyPr/>
        <a:lstStyle/>
        <a:p>
          <a:endParaRPr lang="en-US"/>
        </a:p>
      </dgm:t>
    </dgm:pt>
    <dgm:pt modelId="{CF98F881-84A0-4A79-87B7-384B13285FF6}">
      <dgm:prSet custT="1"/>
      <dgm:spPr/>
      <dgm:t>
        <a:bodyPr/>
        <a:lstStyle/>
        <a:p>
          <a:r>
            <a:rPr lang="en-US" sz="2400" dirty="0"/>
            <a:t>Amazon</a:t>
          </a:r>
        </a:p>
      </dgm:t>
    </dgm:pt>
    <dgm:pt modelId="{8C779015-37A2-436E-B964-6058CCFF0027}" type="parTrans" cxnId="{5E018D59-02D7-4D7D-8EDD-1DCB27DDDA74}">
      <dgm:prSet/>
      <dgm:spPr/>
      <dgm:t>
        <a:bodyPr/>
        <a:lstStyle/>
        <a:p>
          <a:endParaRPr lang="en-US"/>
        </a:p>
      </dgm:t>
    </dgm:pt>
    <dgm:pt modelId="{92565986-7815-4AF9-85FC-D75152AF51AD}" type="sibTrans" cxnId="{5E018D59-02D7-4D7D-8EDD-1DCB27DDDA74}">
      <dgm:prSet/>
      <dgm:spPr/>
      <dgm:t>
        <a:bodyPr/>
        <a:lstStyle/>
        <a:p>
          <a:endParaRPr lang="en-US"/>
        </a:p>
      </dgm:t>
    </dgm:pt>
    <dgm:pt modelId="{758928E3-09F9-4760-8535-E88EF3EF0ADA}">
      <dgm:prSet custT="1"/>
      <dgm:spPr/>
      <dgm:t>
        <a:bodyPr/>
        <a:lstStyle/>
        <a:p>
          <a:r>
            <a:rPr lang="en-US" sz="1600" b="0" dirty="0"/>
            <a:t>Complicated UI</a:t>
          </a:r>
        </a:p>
      </dgm:t>
    </dgm:pt>
    <dgm:pt modelId="{6C75A4C3-B5D5-42E6-AA7A-99DF558D0F4D}" type="sibTrans" cxnId="{BEBDD0E7-2E6F-497C-A2E2-513831C72EFF}">
      <dgm:prSet/>
      <dgm:spPr/>
      <dgm:t>
        <a:bodyPr/>
        <a:lstStyle/>
        <a:p>
          <a:endParaRPr lang="en-US"/>
        </a:p>
      </dgm:t>
    </dgm:pt>
    <dgm:pt modelId="{779F88CA-1D37-4A8B-A792-7A957CB42BF3}" type="parTrans" cxnId="{BEBDD0E7-2E6F-497C-A2E2-513831C72EFF}">
      <dgm:prSet/>
      <dgm:spPr/>
      <dgm:t>
        <a:bodyPr/>
        <a:lstStyle/>
        <a:p>
          <a:endParaRPr lang="en-US"/>
        </a:p>
      </dgm:t>
    </dgm:pt>
    <dgm:pt modelId="{4032537A-513A-4054-9DB5-81544DF9D3D2}">
      <dgm:prSet custT="1"/>
      <dgm:spPr/>
      <dgm:t>
        <a:bodyPr/>
        <a:lstStyle/>
        <a:p>
          <a:r>
            <a:rPr lang="en-US" sz="1600" b="0" dirty="0"/>
            <a:t>Weak Search &amp; Filtering</a:t>
          </a:r>
        </a:p>
      </dgm:t>
    </dgm:pt>
    <dgm:pt modelId="{40B3A343-4F0D-4E6C-8E4B-B35ED2F98981}" type="sibTrans" cxnId="{658AE165-D7A9-455B-8214-0D28849E0A23}">
      <dgm:prSet/>
      <dgm:spPr/>
      <dgm:t>
        <a:bodyPr/>
        <a:lstStyle/>
        <a:p>
          <a:endParaRPr lang="en-US"/>
        </a:p>
      </dgm:t>
    </dgm:pt>
    <dgm:pt modelId="{9AA41ECB-4D29-4299-BC36-0B079D830A8D}" type="parTrans" cxnId="{658AE165-D7A9-455B-8214-0D28849E0A23}">
      <dgm:prSet/>
      <dgm:spPr/>
      <dgm:t>
        <a:bodyPr/>
        <a:lstStyle/>
        <a:p>
          <a:endParaRPr lang="en-US"/>
        </a:p>
      </dgm:t>
    </dgm:pt>
    <dgm:pt modelId="{49297913-0AB2-4315-80DC-B351B093E03B}">
      <dgm:prSet custT="1"/>
      <dgm:spPr/>
      <dgm:t>
        <a:bodyPr/>
        <a:lstStyle/>
        <a:p>
          <a:endParaRPr lang="en-US" sz="1600" b="0" dirty="0"/>
        </a:p>
      </dgm:t>
    </dgm:pt>
    <dgm:pt modelId="{10BE7A0B-F510-475D-8C69-A9B0CA9529C1}" type="parTrans" cxnId="{E7B809D3-3EC5-4E9C-B4E8-4BBB80A40E3B}">
      <dgm:prSet/>
      <dgm:spPr/>
      <dgm:t>
        <a:bodyPr/>
        <a:lstStyle/>
        <a:p>
          <a:endParaRPr lang="en-US"/>
        </a:p>
      </dgm:t>
    </dgm:pt>
    <dgm:pt modelId="{6956C75E-D44D-4F65-9F8B-8EB7BD8069BF}" type="sibTrans" cxnId="{E7B809D3-3EC5-4E9C-B4E8-4BBB80A40E3B}">
      <dgm:prSet/>
      <dgm:spPr/>
      <dgm:t>
        <a:bodyPr/>
        <a:lstStyle/>
        <a:p>
          <a:endParaRPr lang="en-US"/>
        </a:p>
      </dgm:t>
    </dgm:pt>
    <dgm:pt modelId="{7CE416F6-B3B9-40F4-861D-99B905AB178E}" type="pres">
      <dgm:prSet presAssocID="{98D1E9F7-56EE-4E7B-8F43-735172CA6EDD}" presName="Name0" presStyleCnt="0">
        <dgm:presLayoutVars>
          <dgm:dir/>
          <dgm:animLvl val="lvl"/>
          <dgm:resizeHandles val="exact"/>
        </dgm:presLayoutVars>
      </dgm:prSet>
      <dgm:spPr/>
    </dgm:pt>
    <dgm:pt modelId="{C7DCC8D9-A437-4571-9274-1CBB23553BA7}" type="pres">
      <dgm:prSet presAssocID="{5357AEAE-4D67-4E51-8C69-D473A9D91DE4}" presName="linNode" presStyleCnt="0"/>
      <dgm:spPr/>
    </dgm:pt>
    <dgm:pt modelId="{775B10B7-E383-497F-804D-5A0867EF2077}" type="pres">
      <dgm:prSet presAssocID="{5357AEAE-4D67-4E51-8C69-D473A9D91DE4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09882100-EE0D-4DEC-9D84-EBDEDD507EBB}" type="pres">
      <dgm:prSet presAssocID="{5357AEAE-4D67-4E51-8C69-D473A9D91DE4}" presName="descendantText" presStyleLbl="alignAccFollowNode1" presStyleIdx="0" presStyleCnt="2">
        <dgm:presLayoutVars>
          <dgm:bulletEnabled val="1"/>
        </dgm:presLayoutVars>
      </dgm:prSet>
      <dgm:spPr/>
    </dgm:pt>
    <dgm:pt modelId="{B733F576-3A40-45F0-BCF4-DD6637E6B8CD}" type="pres">
      <dgm:prSet presAssocID="{C5178686-A023-44DE-9B94-CE40CA9C5312}" presName="sp" presStyleCnt="0"/>
      <dgm:spPr/>
    </dgm:pt>
    <dgm:pt modelId="{FA6399B8-45E1-4F44-AFC4-3513799CC497}" type="pres">
      <dgm:prSet presAssocID="{E7A5CB21-B4AD-433A-B87E-1B547E431866}" presName="linNode" presStyleCnt="0"/>
      <dgm:spPr/>
    </dgm:pt>
    <dgm:pt modelId="{05ADBBDC-056B-4E38-B36D-351AAA791E2C}" type="pres">
      <dgm:prSet presAssocID="{E7A5CB21-B4AD-433A-B87E-1B547E431866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2A283182-E258-42B3-A937-D02F3CDA3A3C}" type="pres">
      <dgm:prSet presAssocID="{E7A5CB21-B4AD-433A-B87E-1B547E431866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5393970C-9FBA-4BE0-B499-098AB6B9151D}" type="presOf" srcId="{0C464EBC-66FF-4786-9ABC-A2AFF010AD51}" destId="{2A283182-E258-42B3-A937-D02F3CDA3A3C}" srcOrd="0" destOrd="0" presId="urn:microsoft.com/office/officeart/2005/8/layout/vList5"/>
    <dgm:cxn modelId="{39156F0E-A92D-49EA-8658-2E63CB1E1BE8}" type="presOf" srcId="{98D1E9F7-56EE-4E7B-8F43-735172CA6EDD}" destId="{7CE416F6-B3B9-40F4-861D-99B905AB178E}" srcOrd="0" destOrd="0" presId="urn:microsoft.com/office/officeart/2005/8/layout/vList5"/>
    <dgm:cxn modelId="{DA1BCF0E-52E1-4830-9FE0-68C6E6437C92}" srcId="{5357AEAE-4D67-4E51-8C69-D473A9D91DE4}" destId="{BD716601-F060-4A22-8186-D24FFD2072AA}" srcOrd="1" destOrd="0" parTransId="{8826D99F-D7EB-4DB8-96E2-79D2701935F9}" sibTransId="{95A27479-D831-4617-9ADB-FC7B8B061C5E}"/>
    <dgm:cxn modelId="{3C252411-5694-4973-8987-562D33E7A8F4}" type="presOf" srcId="{758928E3-09F9-4760-8535-E88EF3EF0ADA}" destId="{2A283182-E258-42B3-A937-D02F3CDA3A3C}" srcOrd="0" destOrd="1" presId="urn:microsoft.com/office/officeart/2005/8/layout/vList5"/>
    <dgm:cxn modelId="{20BE3E1D-DC19-456D-BD60-112AA7AD17D3}" srcId="{98D1E9F7-56EE-4E7B-8F43-735172CA6EDD}" destId="{E7A5CB21-B4AD-433A-B87E-1B547E431866}" srcOrd="1" destOrd="0" parTransId="{76AFB55D-7836-4A88-BCAF-7A9B3AE07655}" sibTransId="{75CA0D70-ABB2-472B-BA2F-DF10C3B68B8E}"/>
    <dgm:cxn modelId="{2F8C0E62-0FD8-47CD-B2A3-242F6A83C00E}" type="presOf" srcId="{49297913-0AB2-4315-80DC-B351B093E03B}" destId="{2A283182-E258-42B3-A937-D02F3CDA3A3C}" srcOrd="0" destOrd="3" presId="urn:microsoft.com/office/officeart/2005/8/layout/vList5"/>
    <dgm:cxn modelId="{D152D263-57DA-4835-B8A6-74616DD768E7}" type="presOf" srcId="{E7A5CB21-B4AD-433A-B87E-1B547E431866}" destId="{05ADBBDC-056B-4E38-B36D-351AAA791E2C}" srcOrd="0" destOrd="0" presId="urn:microsoft.com/office/officeart/2005/8/layout/vList5"/>
    <dgm:cxn modelId="{658AE165-D7A9-455B-8214-0D28849E0A23}" srcId="{E7A5CB21-B4AD-433A-B87E-1B547E431866}" destId="{4032537A-513A-4054-9DB5-81544DF9D3D2}" srcOrd="2" destOrd="0" parTransId="{9AA41ECB-4D29-4299-BC36-0B079D830A8D}" sibTransId="{40B3A343-4F0D-4E6C-8E4B-B35ED2F98981}"/>
    <dgm:cxn modelId="{EA929D4A-CF80-453C-99F4-34C0AADCE2AA}" type="presOf" srcId="{4032537A-513A-4054-9DB5-81544DF9D3D2}" destId="{2A283182-E258-42B3-A937-D02F3CDA3A3C}" srcOrd="0" destOrd="2" presId="urn:microsoft.com/office/officeart/2005/8/layout/vList5"/>
    <dgm:cxn modelId="{03490E4B-76F5-4470-B6F8-472207C1988C}" type="presOf" srcId="{5357AEAE-4D67-4E51-8C69-D473A9D91DE4}" destId="{775B10B7-E383-497F-804D-5A0867EF2077}" srcOrd="0" destOrd="0" presId="urn:microsoft.com/office/officeart/2005/8/layout/vList5"/>
    <dgm:cxn modelId="{748E5C6E-6C52-4069-B370-3592D7CE10EB}" type="presOf" srcId="{BD716601-F060-4A22-8186-D24FFD2072AA}" destId="{09882100-EE0D-4DEC-9D84-EBDEDD507EBB}" srcOrd="0" destOrd="1" presId="urn:microsoft.com/office/officeart/2005/8/layout/vList5"/>
    <dgm:cxn modelId="{D2A32474-9DB2-4282-96FA-7AF80EAB2D4F}" srcId="{E7A5CB21-B4AD-433A-B87E-1B547E431866}" destId="{0C464EBC-66FF-4786-9ABC-A2AFF010AD51}" srcOrd="0" destOrd="0" parTransId="{5547874C-C3FE-4971-8F9A-88DFAEFD7CDE}" sibTransId="{5E12D7C4-605B-404D-AE44-BE08F5B8A6CA}"/>
    <dgm:cxn modelId="{5E018D59-02D7-4D7D-8EDD-1DCB27DDDA74}" srcId="{5357AEAE-4D67-4E51-8C69-D473A9D91DE4}" destId="{CF98F881-84A0-4A79-87B7-384B13285FF6}" srcOrd="0" destOrd="0" parTransId="{8C779015-37A2-436E-B964-6058CCFF0027}" sibTransId="{92565986-7815-4AF9-85FC-D75152AF51AD}"/>
    <dgm:cxn modelId="{41A7518A-69ED-47DB-9453-3800B6621721}" srcId="{98D1E9F7-56EE-4E7B-8F43-735172CA6EDD}" destId="{5357AEAE-4D67-4E51-8C69-D473A9D91DE4}" srcOrd="0" destOrd="0" parTransId="{09859D30-9765-4D35-AFBB-B42DCBF83C7F}" sibTransId="{C5178686-A023-44DE-9B94-CE40CA9C5312}"/>
    <dgm:cxn modelId="{BE8FAEA4-253F-433B-946B-B920DE2CB7EE}" type="presOf" srcId="{CF98F881-84A0-4A79-87B7-384B13285FF6}" destId="{09882100-EE0D-4DEC-9D84-EBDEDD507EBB}" srcOrd="0" destOrd="0" presId="urn:microsoft.com/office/officeart/2005/8/layout/vList5"/>
    <dgm:cxn modelId="{E7B809D3-3EC5-4E9C-B4E8-4BBB80A40E3B}" srcId="{E7A5CB21-B4AD-433A-B87E-1B547E431866}" destId="{49297913-0AB2-4315-80DC-B351B093E03B}" srcOrd="3" destOrd="0" parTransId="{10BE7A0B-F510-475D-8C69-A9B0CA9529C1}" sibTransId="{6956C75E-D44D-4F65-9F8B-8EB7BD8069BF}"/>
    <dgm:cxn modelId="{BEBDD0E7-2E6F-497C-A2E2-513831C72EFF}" srcId="{E7A5CB21-B4AD-433A-B87E-1B547E431866}" destId="{758928E3-09F9-4760-8535-E88EF3EF0ADA}" srcOrd="1" destOrd="0" parTransId="{779F88CA-1D37-4A8B-A792-7A957CB42BF3}" sibTransId="{6C75A4C3-B5D5-42E6-AA7A-99DF558D0F4D}"/>
    <dgm:cxn modelId="{F1E43968-5D1F-4DF1-B7B4-5B7D9D10B2F0}" type="presParOf" srcId="{7CE416F6-B3B9-40F4-861D-99B905AB178E}" destId="{C7DCC8D9-A437-4571-9274-1CBB23553BA7}" srcOrd="0" destOrd="0" presId="urn:microsoft.com/office/officeart/2005/8/layout/vList5"/>
    <dgm:cxn modelId="{89BAEE09-F7EE-46B4-ADBE-1F6285ECEACA}" type="presParOf" srcId="{C7DCC8D9-A437-4571-9274-1CBB23553BA7}" destId="{775B10B7-E383-497F-804D-5A0867EF2077}" srcOrd="0" destOrd="0" presId="urn:microsoft.com/office/officeart/2005/8/layout/vList5"/>
    <dgm:cxn modelId="{1BF85E30-566C-4DFE-8C51-7AF5E4E735EC}" type="presParOf" srcId="{C7DCC8D9-A437-4571-9274-1CBB23553BA7}" destId="{09882100-EE0D-4DEC-9D84-EBDEDD507EBB}" srcOrd="1" destOrd="0" presId="urn:microsoft.com/office/officeart/2005/8/layout/vList5"/>
    <dgm:cxn modelId="{5FC901C5-227B-4753-92B1-9D8943ABB9EB}" type="presParOf" srcId="{7CE416F6-B3B9-40F4-861D-99B905AB178E}" destId="{B733F576-3A40-45F0-BCF4-DD6637E6B8CD}" srcOrd="1" destOrd="0" presId="urn:microsoft.com/office/officeart/2005/8/layout/vList5"/>
    <dgm:cxn modelId="{5D1864DC-6733-49E3-B499-3D60BDEA186F}" type="presParOf" srcId="{7CE416F6-B3B9-40F4-861D-99B905AB178E}" destId="{FA6399B8-45E1-4F44-AFC4-3513799CC497}" srcOrd="2" destOrd="0" presId="urn:microsoft.com/office/officeart/2005/8/layout/vList5"/>
    <dgm:cxn modelId="{64341684-99F4-41C6-8F67-1FFF037D48B9}" type="presParOf" srcId="{FA6399B8-45E1-4F44-AFC4-3513799CC497}" destId="{05ADBBDC-056B-4E38-B36D-351AAA791E2C}" srcOrd="0" destOrd="0" presId="urn:microsoft.com/office/officeart/2005/8/layout/vList5"/>
    <dgm:cxn modelId="{AF136EA7-43D4-4C23-A4C7-4F1012DEE415}" type="presParOf" srcId="{FA6399B8-45E1-4F44-AFC4-3513799CC497}" destId="{2A283182-E258-42B3-A937-D02F3CDA3A3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381F8FE-9592-42D5-93E1-27A91E2771A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0F791AE-F395-4AD3-9620-B3D9C8A0D96B}">
      <dgm:prSet custT="1"/>
      <dgm:spPr/>
      <dgm:t>
        <a:bodyPr/>
        <a:lstStyle/>
        <a:p>
          <a:r>
            <a:rPr lang="en-US" sz="2000" b="1" i="0" dirty="0"/>
            <a:t>Our Solution &amp; Innovations</a:t>
          </a:r>
        </a:p>
        <a:p>
          <a:r>
            <a:rPr lang="en-US" sz="1600" b="0" i="0" dirty="0"/>
            <a:t>✅ Specialized E-Commerce Platform for Electronics</a:t>
          </a:r>
          <a:endParaRPr lang="en-US" sz="1600" b="0" dirty="0"/>
        </a:p>
      </dgm:t>
    </dgm:pt>
    <dgm:pt modelId="{0C113133-E0C1-4417-A9CF-96280CE32B7B}" type="parTrans" cxnId="{78EB1C40-48E9-4166-8542-33D0F2E3E896}">
      <dgm:prSet/>
      <dgm:spPr/>
      <dgm:t>
        <a:bodyPr/>
        <a:lstStyle/>
        <a:p>
          <a:endParaRPr lang="en-US"/>
        </a:p>
      </dgm:t>
    </dgm:pt>
    <dgm:pt modelId="{2BA61BFF-FCF5-4A48-B638-EC82AEC8AD78}" type="sibTrans" cxnId="{78EB1C40-48E9-4166-8542-33D0F2E3E896}">
      <dgm:prSet/>
      <dgm:spPr/>
      <dgm:t>
        <a:bodyPr/>
        <a:lstStyle/>
        <a:p>
          <a:endParaRPr lang="en-US"/>
        </a:p>
      </dgm:t>
    </dgm:pt>
    <dgm:pt modelId="{43C51A5A-BB1E-4A0C-9026-F64F3117C873}">
      <dgm:prSet/>
      <dgm:spPr/>
      <dgm:t>
        <a:bodyPr/>
        <a:lstStyle/>
        <a:p>
          <a:r>
            <a:rPr lang="en-US" b="1" i="0" dirty="0"/>
            <a:t>🔹 How It Solves the Problem:</a:t>
          </a:r>
          <a:endParaRPr lang="en-US" dirty="0"/>
        </a:p>
      </dgm:t>
    </dgm:pt>
    <dgm:pt modelId="{E0BF8EE7-43BC-4BC2-8C7E-301F18B7781A}" type="parTrans" cxnId="{D9F22668-FF1A-434E-B529-44ED94F30845}">
      <dgm:prSet/>
      <dgm:spPr/>
      <dgm:t>
        <a:bodyPr/>
        <a:lstStyle/>
        <a:p>
          <a:endParaRPr lang="en-US"/>
        </a:p>
      </dgm:t>
    </dgm:pt>
    <dgm:pt modelId="{2FA90529-FEB9-4E65-9F21-2138645AA760}" type="sibTrans" cxnId="{D9F22668-FF1A-434E-B529-44ED94F30845}">
      <dgm:prSet/>
      <dgm:spPr/>
      <dgm:t>
        <a:bodyPr/>
        <a:lstStyle/>
        <a:p>
          <a:endParaRPr lang="en-US"/>
        </a:p>
      </dgm:t>
    </dgm:pt>
    <dgm:pt modelId="{C17C8A8D-4DC8-40EF-A0D8-E484560A1F18}">
      <dgm:prSet/>
      <dgm:spPr/>
      <dgm:t>
        <a:bodyPr/>
        <a:lstStyle/>
        <a:p>
          <a:r>
            <a:rPr lang="en-US" b="1" i="0" dirty="0"/>
            <a:t>Seamless Cross-Platform Experience </a:t>
          </a:r>
          <a:r>
            <a:rPr lang="en-US" b="0" i="0" dirty="0"/>
            <a:t>– Smooth transition   between web &amp; mobile.</a:t>
          </a:r>
          <a:endParaRPr lang="en-US" dirty="0"/>
        </a:p>
      </dgm:t>
    </dgm:pt>
    <dgm:pt modelId="{FF82B621-8B66-455D-BA29-7E33A784A616}" type="parTrans" cxnId="{53DB7525-579E-4A39-A380-4EBA73FEF934}">
      <dgm:prSet/>
      <dgm:spPr/>
      <dgm:t>
        <a:bodyPr/>
        <a:lstStyle/>
        <a:p>
          <a:endParaRPr lang="en-US"/>
        </a:p>
      </dgm:t>
    </dgm:pt>
    <dgm:pt modelId="{6BD15394-41B2-445E-83CF-4F13ECBB980B}" type="sibTrans" cxnId="{53DB7525-579E-4A39-A380-4EBA73FEF934}">
      <dgm:prSet/>
      <dgm:spPr/>
      <dgm:t>
        <a:bodyPr/>
        <a:lstStyle/>
        <a:p>
          <a:endParaRPr lang="en-US"/>
        </a:p>
      </dgm:t>
    </dgm:pt>
    <dgm:pt modelId="{15EEC4EE-A69A-491A-956E-0C2AE3B77198}">
      <dgm:prSet/>
      <dgm:spPr/>
      <dgm:t>
        <a:bodyPr/>
        <a:lstStyle/>
        <a:p>
          <a:r>
            <a:rPr lang="en-US" b="1" i="0" dirty="0"/>
            <a:t>User-Friendly Interface</a:t>
          </a:r>
          <a:r>
            <a:rPr lang="en-US" b="0" i="0" dirty="0"/>
            <a:t> – Intuitive design for effortless shopping.</a:t>
          </a:r>
          <a:endParaRPr lang="en-US" dirty="0"/>
        </a:p>
      </dgm:t>
    </dgm:pt>
    <dgm:pt modelId="{DC017909-1CAE-44A9-956B-976BD7EA5341}" type="parTrans" cxnId="{596BED05-788B-4A02-92EE-D571605C34D0}">
      <dgm:prSet/>
      <dgm:spPr/>
      <dgm:t>
        <a:bodyPr/>
        <a:lstStyle/>
        <a:p>
          <a:endParaRPr lang="en-US"/>
        </a:p>
      </dgm:t>
    </dgm:pt>
    <dgm:pt modelId="{2C9E0003-0B38-4CBC-B5FB-CDDA928FACFA}" type="sibTrans" cxnId="{596BED05-788B-4A02-92EE-D571605C34D0}">
      <dgm:prSet/>
      <dgm:spPr/>
      <dgm:t>
        <a:bodyPr/>
        <a:lstStyle/>
        <a:p>
          <a:endParaRPr lang="en-US"/>
        </a:p>
      </dgm:t>
    </dgm:pt>
    <dgm:pt modelId="{A3D008A2-7F46-45C8-837E-9C6586B5979D}">
      <dgm:prSet/>
      <dgm:spPr/>
      <dgm:t>
        <a:bodyPr/>
        <a:lstStyle/>
        <a:p>
          <a:r>
            <a:rPr lang="en-US" b="1" i="0" dirty="0"/>
            <a:t>Advanced Search &amp; Filtering </a:t>
          </a:r>
          <a:r>
            <a:rPr lang="en-US" b="0" i="0" dirty="0"/>
            <a:t>– Find electronics easily by brand, price, specs.</a:t>
          </a:r>
          <a:endParaRPr lang="en-US" dirty="0"/>
        </a:p>
      </dgm:t>
    </dgm:pt>
    <dgm:pt modelId="{C65AFF19-46A3-4B40-94B8-E030C78AF5EF}" type="parTrans" cxnId="{018234C7-9F45-4CD1-B86D-7E6BBC1FD6E6}">
      <dgm:prSet/>
      <dgm:spPr/>
      <dgm:t>
        <a:bodyPr/>
        <a:lstStyle/>
        <a:p>
          <a:endParaRPr lang="en-US"/>
        </a:p>
      </dgm:t>
    </dgm:pt>
    <dgm:pt modelId="{6A665713-0415-40DD-8D92-B7B9E72B7B00}" type="sibTrans" cxnId="{018234C7-9F45-4CD1-B86D-7E6BBC1FD6E6}">
      <dgm:prSet/>
      <dgm:spPr/>
      <dgm:t>
        <a:bodyPr/>
        <a:lstStyle/>
        <a:p>
          <a:endParaRPr lang="en-US"/>
        </a:p>
      </dgm:t>
    </dgm:pt>
    <dgm:pt modelId="{A16F27CB-63D6-4BA3-BB4F-39142B4838F4}">
      <dgm:prSet/>
      <dgm:spPr/>
      <dgm:t>
        <a:bodyPr/>
        <a:lstStyle/>
        <a:p>
          <a:r>
            <a:rPr lang="en-US" b="1" i="0" dirty="0"/>
            <a:t>Detailed Product Info</a:t>
          </a:r>
          <a:r>
            <a:rPr lang="en-US" b="0" i="0" dirty="0"/>
            <a:t> – High-quality images, specs, and reviews for informed decisions.</a:t>
          </a:r>
          <a:endParaRPr lang="en-US" dirty="0"/>
        </a:p>
      </dgm:t>
    </dgm:pt>
    <dgm:pt modelId="{861187F9-59CB-4DFA-9FE6-3F0F574CFEB5}" type="parTrans" cxnId="{2BD616FE-A4E1-4307-8E87-019EDB71D641}">
      <dgm:prSet/>
      <dgm:spPr/>
      <dgm:t>
        <a:bodyPr/>
        <a:lstStyle/>
        <a:p>
          <a:endParaRPr lang="en-US"/>
        </a:p>
      </dgm:t>
    </dgm:pt>
    <dgm:pt modelId="{A0A0D97B-F26C-46C6-80FA-33BDA2E6EDEB}" type="sibTrans" cxnId="{2BD616FE-A4E1-4307-8E87-019EDB71D641}">
      <dgm:prSet/>
      <dgm:spPr/>
      <dgm:t>
        <a:bodyPr/>
        <a:lstStyle/>
        <a:p>
          <a:endParaRPr lang="en-US"/>
        </a:p>
      </dgm:t>
    </dgm:pt>
    <dgm:pt modelId="{EA9233D3-8BDD-4793-A5A9-266C8A021B34}">
      <dgm:prSet/>
      <dgm:spPr/>
      <dgm:t>
        <a:bodyPr/>
        <a:lstStyle/>
        <a:p>
          <a:r>
            <a:rPr lang="en-US" b="1" i="0" dirty="0"/>
            <a:t>Secure Transactions </a:t>
          </a:r>
          <a:r>
            <a:rPr lang="en-US" b="0" i="0" dirty="0"/>
            <a:t>– Safe payments via Stripe, PayPal &amp; strong authentication.</a:t>
          </a:r>
          <a:endParaRPr lang="en-US" dirty="0"/>
        </a:p>
      </dgm:t>
    </dgm:pt>
    <dgm:pt modelId="{BDA2573A-E2C0-4954-989F-227E92025B1C}" type="parTrans" cxnId="{0AF669A5-C553-4B45-8447-681A4A3C02D7}">
      <dgm:prSet/>
      <dgm:spPr/>
      <dgm:t>
        <a:bodyPr/>
        <a:lstStyle/>
        <a:p>
          <a:endParaRPr lang="en-US"/>
        </a:p>
      </dgm:t>
    </dgm:pt>
    <dgm:pt modelId="{03B56900-FD58-4474-8108-CEF79E81173A}" type="sibTrans" cxnId="{0AF669A5-C553-4B45-8447-681A4A3C02D7}">
      <dgm:prSet/>
      <dgm:spPr/>
      <dgm:t>
        <a:bodyPr/>
        <a:lstStyle/>
        <a:p>
          <a:endParaRPr lang="en-US"/>
        </a:p>
      </dgm:t>
    </dgm:pt>
    <dgm:pt modelId="{DCE98221-6462-41D4-8FD5-DA60178D78B9}">
      <dgm:prSet/>
      <dgm:spPr/>
      <dgm:t>
        <a:bodyPr/>
        <a:lstStyle/>
        <a:p>
          <a:r>
            <a:rPr lang="en-US" b="1" i="0" dirty="0"/>
            <a:t>AI recommendation system</a:t>
          </a:r>
          <a:r>
            <a:rPr lang="en-US" b="0" i="0" dirty="0"/>
            <a:t> - to improve the user experiences and same time of searching </a:t>
          </a:r>
          <a:endParaRPr lang="en-US" dirty="0"/>
        </a:p>
      </dgm:t>
    </dgm:pt>
    <dgm:pt modelId="{EDECDCA8-3DEB-47B6-9CC9-F2D03990169A}" type="parTrans" cxnId="{19698ECD-8602-4872-BEE0-55EA0F09FF32}">
      <dgm:prSet/>
      <dgm:spPr/>
      <dgm:t>
        <a:bodyPr/>
        <a:lstStyle/>
        <a:p>
          <a:endParaRPr lang="en-US"/>
        </a:p>
      </dgm:t>
    </dgm:pt>
    <dgm:pt modelId="{85001670-A75E-4291-BB5E-64B36BB0896F}" type="sibTrans" cxnId="{19698ECD-8602-4872-BEE0-55EA0F09FF32}">
      <dgm:prSet/>
      <dgm:spPr/>
      <dgm:t>
        <a:bodyPr/>
        <a:lstStyle/>
        <a:p>
          <a:endParaRPr lang="en-US"/>
        </a:p>
      </dgm:t>
    </dgm:pt>
    <dgm:pt modelId="{24C0E62E-9ADE-4DB1-A8F1-FDFD159D79A8}" type="pres">
      <dgm:prSet presAssocID="{B381F8FE-9592-42D5-93E1-27A91E2771AE}" presName="diagram" presStyleCnt="0">
        <dgm:presLayoutVars>
          <dgm:dir/>
          <dgm:resizeHandles val="exact"/>
        </dgm:presLayoutVars>
      </dgm:prSet>
      <dgm:spPr/>
    </dgm:pt>
    <dgm:pt modelId="{B6718136-3BA3-40FB-B08C-C6D5B0EFB57E}" type="pres">
      <dgm:prSet presAssocID="{C0F791AE-F395-4AD3-9620-B3D9C8A0D96B}" presName="node" presStyleLbl="node1" presStyleIdx="0" presStyleCnt="2" custScaleX="195645" custScaleY="44121" custLinFactNeighborY="-40806">
        <dgm:presLayoutVars>
          <dgm:bulletEnabled val="1"/>
        </dgm:presLayoutVars>
      </dgm:prSet>
      <dgm:spPr/>
    </dgm:pt>
    <dgm:pt modelId="{95D75FEB-BF53-4EEC-8B60-35E26C7E58E4}" type="pres">
      <dgm:prSet presAssocID="{2BA61BFF-FCF5-4A48-B638-EC82AEC8AD78}" presName="sibTrans" presStyleCnt="0"/>
      <dgm:spPr/>
    </dgm:pt>
    <dgm:pt modelId="{5475864E-7700-495A-9286-4B2CCB3FAA96}" type="pres">
      <dgm:prSet presAssocID="{43C51A5A-BB1E-4A0C-9026-F64F3117C873}" presName="node" presStyleLbl="node1" presStyleIdx="1" presStyleCnt="2" custScaleX="232509" custScaleY="174957">
        <dgm:presLayoutVars>
          <dgm:bulletEnabled val="1"/>
        </dgm:presLayoutVars>
      </dgm:prSet>
      <dgm:spPr/>
    </dgm:pt>
  </dgm:ptLst>
  <dgm:cxnLst>
    <dgm:cxn modelId="{596BED05-788B-4A02-92EE-D571605C34D0}" srcId="{43C51A5A-BB1E-4A0C-9026-F64F3117C873}" destId="{15EEC4EE-A69A-491A-956E-0C2AE3B77198}" srcOrd="1" destOrd="0" parTransId="{DC017909-1CAE-44A9-956B-976BD7EA5341}" sibTransId="{2C9E0003-0B38-4CBC-B5FB-CDDA928FACFA}"/>
    <dgm:cxn modelId="{53DB7525-579E-4A39-A380-4EBA73FEF934}" srcId="{43C51A5A-BB1E-4A0C-9026-F64F3117C873}" destId="{C17C8A8D-4DC8-40EF-A0D8-E484560A1F18}" srcOrd="0" destOrd="0" parTransId="{FF82B621-8B66-455D-BA29-7E33A784A616}" sibTransId="{6BD15394-41B2-445E-83CF-4F13ECBB980B}"/>
    <dgm:cxn modelId="{78EB1C40-48E9-4166-8542-33D0F2E3E896}" srcId="{B381F8FE-9592-42D5-93E1-27A91E2771AE}" destId="{C0F791AE-F395-4AD3-9620-B3D9C8A0D96B}" srcOrd="0" destOrd="0" parTransId="{0C113133-E0C1-4417-A9CF-96280CE32B7B}" sibTransId="{2BA61BFF-FCF5-4A48-B638-EC82AEC8AD78}"/>
    <dgm:cxn modelId="{AAC2815B-157D-4645-BE5E-303AF36C5414}" type="presOf" srcId="{C0F791AE-F395-4AD3-9620-B3D9C8A0D96B}" destId="{B6718136-3BA3-40FB-B08C-C6D5B0EFB57E}" srcOrd="0" destOrd="0" presId="urn:microsoft.com/office/officeart/2005/8/layout/default"/>
    <dgm:cxn modelId="{820EA046-6DF8-41A9-893A-EDE9B9B1EFC2}" type="presOf" srcId="{A16F27CB-63D6-4BA3-BB4F-39142B4838F4}" destId="{5475864E-7700-495A-9286-4B2CCB3FAA96}" srcOrd="0" destOrd="4" presId="urn:microsoft.com/office/officeart/2005/8/layout/default"/>
    <dgm:cxn modelId="{D9F22668-FF1A-434E-B529-44ED94F30845}" srcId="{B381F8FE-9592-42D5-93E1-27A91E2771AE}" destId="{43C51A5A-BB1E-4A0C-9026-F64F3117C873}" srcOrd="1" destOrd="0" parTransId="{E0BF8EE7-43BC-4BC2-8C7E-301F18B7781A}" sibTransId="{2FA90529-FEB9-4E65-9F21-2138645AA760}"/>
    <dgm:cxn modelId="{46592E4D-B22D-43FA-BF54-D6BC4F2F568E}" type="presOf" srcId="{B381F8FE-9592-42D5-93E1-27A91E2771AE}" destId="{24C0E62E-9ADE-4DB1-A8F1-FDFD159D79A8}" srcOrd="0" destOrd="0" presId="urn:microsoft.com/office/officeart/2005/8/layout/default"/>
    <dgm:cxn modelId="{0AF669A5-C553-4B45-8447-681A4A3C02D7}" srcId="{43C51A5A-BB1E-4A0C-9026-F64F3117C873}" destId="{EA9233D3-8BDD-4793-A5A9-266C8A021B34}" srcOrd="4" destOrd="0" parTransId="{BDA2573A-E2C0-4954-989F-227E92025B1C}" sibTransId="{03B56900-FD58-4474-8108-CEF79E81173A}"/>
    <dgm:cxn modelId="{9AA19CA6-F14B-4DD4-A1C9-A900E80D8780}" type="presOf" srcId="{C17C8A8D-4DC8-40EF-A0D8-E484560A1F18}" destId="{5475864E-7700-495A-9286-4B2CCB3FAA96}" srcOrd="0" destOrd="1" presId="urn:microsoft.com/office/officeart/2005/8/layout/default"/>
    <dgm:cxn modelId="{2D84BBA9-F90B-4A59-957D-DE462341175A}" type="presOf" srcId="{A3D008A2-7F46-45C8-837E-9C6586B5979D}" destId="{5475864E-7700-495A-9286-4B2CCB3FAA96}" srcOrd="0" destOrd="3" presId="urn:microsoft.com/office/officeart/2005/8/layout/default"/>
    <dgm:cxn modelId="{F36DDDAA-11A9-4C7A-A3F8-6D0407865537}" type="presOf" srcId="{DCE98221-6462-41D4-8FD5-DA60178D78B9}" destId="{5475864E-7700-495A-9286-4B2CCB3FAA96}" srcOrd="0" destOrd="6" presId="urn:microsoft.com/office/officeart/2005/8/layout/default"/>
    <dgm:cxn modelId="{884B30B9-BCA1-46D8-B7E4-665AB33B1BDC}" type="presOf" srcId="{EA9233D3-8BDD-4793-A5A9-266C8A021B34}" destId="{5475864E-7700-495A-9286-4B2CCB3FAA96}" srcOrd="0" destOrd="5" presId="urn:microsoft.com/office/officeart/2005/8/layout/default"/>
    <dgm:cxn modelId="{A7D27EBA-C97C-4EAC-B8BE-475B3EDAB4AA}" type="presOf" srcId="{43C51A5A-BB1E-4A0C-9026-F64F3117C873}" destId="{5475864E-7700-495A-9286-4B2CCB3FAA96}" srcOrd="0" destOrd="0" presId="urn:microsoft.com/office/officeart/2005/8/layout/default"/>
    <dgm:cxn modelId="{E78C5CBE-FBD2-458F-8C72-1B99488A3FCD}" type="presOf" srcId="{15EEC4EE-A69A-491A-956E-0C2AE3B77198}" destId="{5475864E-7700-495A-9286-4B2CCB3FAA96}" srcOrd="0" destOrd="2" presId="urn:microsoft.com/office/officeart/2005/8/layout/default"/>
    <dgm:cxn modelId="{018234C7-9F45-4CD1-B86D-7E6BBC1FD6E6}" srcId="{43C51A5A-BB1E-4A0C-9026-F64F3117C873}" destId="{A3D008A2-7F46-45C8-837E-9C6586B5979D}" srcOrd="2" destOrd="0" parTransId="{C65AFF19-46A3-4B40-94B8-E030C78AF5EF}" sibTransId="{6A665713-0415-40DD-8D92-B7B9E72B7B00}"/>
    <dgm:cxn modelId="{19698ECD-8602-4872-BEE0-55EA0F09FF32}" srcId="{43C51A5A-BB1E-4A0C-9026-F64F3117C873}" destId="{DCE98221-6462-41D4-8FD5-DA60178D78B9}" srcOrd="5" destOrd="0" parTransId="{EDECDCA8-3DEB-47B6-9CC9-F2D03990169A}" sibTransId="{85001670-A75E-4291-BB5E-64B36BB0896F}"/>
    <dgm:cxn modelId="{2BD616FE-A4E1-4307-8E87-019EDB71D641}" srcId="{43C51A5A-BB1E-4A0C-9026-F64F3117C873}" destId="{A16F27CB-63D6-4BA3-BB4F-39142B4838F4}" srcOrd="3" destOrd="0" parTransId="{861187F9-59CB-4DFA-9FE6-3F0F574CFEB5}" sibTransId="{A0A0D97B-F26C-46C6-80FA-33BDA2E6EDEB}"/>
    <dgm:cxn modelId="{A17FDED8-7DDD-40CC-8217-170C2E2D5B19}" type="presParOf" srcId="{24C0E62E-9ADE-4DB1-A8F1-FDFD159D79A8}" destId="{B6718136-3BA3-40FB-B08C-C6D5B0EFB57E}" srcOrd="0" destOrd="0" presId="urn:microsoft.com/office/officeart/2005/8/layout/default"/>
    <dgm:cxn modelId="{1A333D0D-E0F9-4A86-90E6-759D522D01E4}" type="presParOf" srcId="{24C0E62E-9ADE-4DB1-A8F1-FDFD159D79A8}" destId="{95D75FEB-BF53-4EEC-8B60-35E26C7E58E4}" srcOrd="1" destOrd="0" presId="urn:microsoft.com/office/officeart/2005/8/layout/default"/>
    <dgm:cxn modelId="{6C2243CA-260A-423B-8865-EC5F3C07AEBA}" type="presParOf" srcId="{24C0E62E-9ADE-4DB1-A8F1-FDFD159D79A8}" destId="{5475864E-7700-495A-9286-4B2CCB3FAA96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1954208-935B-4437-B58E-6CCA03405E1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21BCC7-ED40-438B-B476-B394200C46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Excel – </a:t>
          </a:r>
          <a:r>
            <a:rPr lang="en-US"/>
            <a:t>cleaning Data</a:t>
          </a:r>
        </a:p>
      </dgm:t>
    </dgm:pt>
    <dgm:pt modelId="{1B5953F1-4E29-450A-845C-40CE985E14DE}" type="parTrans" cxnId="{8F3992C1-5118-4E29-BFE4-797FC6AE7B27}">
      <dgm:prSet/>
      <dgm:spPr/>
      <dgm:t>
        <a:bodyPr/>
        <a:lstStyle/>
        <a:p>
          <a:endParaRPr lang="en-US"/>
        </a:p>
      </dgm:t>
    </dgm:pt>
    <dgm:pt modelId="{57267B61-E22E-4DB0-A6DD-971BCF39A738}" type="sibTrans" cxnId="{8F3992C1-5118-4E29-BFE4-797FC6AE7B27}">
      <dgm:prSet/>
      <dgm:spPr/>
      <dgm:t>
        <a:bodyPr/>
        <a:lstStyle/>
        <a:p>
          <a:endParaRPr lang="en-US"/>
        </a:p>
      </dgm:t>
    </dgm:pt>
    <dgm:pt modelId="{4E35EBE0-E849-45E0-A59C-B78D2E4B47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Power BI – </a:t>
          </a:r>
          <a:r>
            <a:rPr lang="en-US"/>
            <a:t>Data Visualization</a:t>
          </a:r>
        </a:p>
      </dgm:t>
    </dgm:pt>
    <dgm:pt modelId="{3391F613-3BC4-4C23-9A3D-28E33D755155}" type="parTrans" cxnId="{BC46C5E3-7E3E-4AE2-9A5E-1B618F0732AD}">
      <dgm:prSet/>
      <dgm:spPr/>
      <dgm:t>
        <a:bodyPr/>
        <a:lstStyle/>
        <a:p>
          <a:endParaRPr lang="en-US"/>
        </a:p>
      </dgm:t>
    </dgm:pt>
    <dgm:pt modelId="{3D0CC20A-7BEE-4DF2-BE4F-6928619C558C}" type="sibTrans" cxnId="{BC46C5E3-7E3E-4AE2-9A5E-1B618F0732AD}">
      <dgm:prSet/>
      <dgm:spPr/>
      <dgm:t>
        <a:bodyPr/>
        <a:lstStyle/>
        <a:p>
          <a:endParaRPr lang="en-US"/>
        </a:p>
      </dgm:t>
    </dgm:pt>
    <dgm:pt modelId="{16CCFCDC-2271-48ED-AB00-34D9A6735D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SQL – </a:t>
          </a:r>
          <a:r>
            <a:rPr lang="en-US"/>
            <a:t>Export Data</a:t>
          </a:r>
        </a:p>
      </dgm:t>
    </dgm:pt>
    <dgm:pt modelId="{2A176D21-5CB1-4086-A97F-6B2575AA5660}" type="parTrans" cxnId="{B8445336-927F-45FA-9678-C9D108A4C402}">
      <dgm:prSet/>
      <dgm:spPr/>
      <dgm:t>
        <a:bodyPr/>
        <a:lstStyle/>
        <a:p>
          <a:endParaRPr lang="en-US"/>
        </a:p>
      </dgm:t>
    </dgm:pt>
    <dgm:pt modelId="{C654963B-5AD3-484B-A467-781C7CBEE20C}" type="sibTrans" cxnId="{B8445336-927F-45FA-9678-C9D108A4C402}">
      <dgm:prSet/>
      <dgm:spPr/>
      <dgm:t>
        <a:bodyPr/>
        <a:lstStyle/>
        <a:p>
          <a:endParaRPr lang="en-US"/>
        </a:p>
      </dgm:t>
    </dgm:pt>
    <dgm:pt modelId="{CB69F2EA-6555-4C7B-8913-45DF25302F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Numpy</a:t>
          </a:r>
          <a:r>
            <a:rPr lang="en-US"/>
            <a:t> - Data preprocessing</a:t>
          </a:r>
        </a:p>
      </dgm:t>
    </dgm:pt>
    <dgm:pt modelId="{F61F504F-177F-4717-B316-12BA60786B1C}" type="parTrans" cxnId="{17D6E3C4-E908-4841-848A-02142E0EA79F}">
      <dgm:prSet/>
      <dgm:spPr/>
      <dgm:t>
        <a:bodyPr/>
        <a:lstStyle/>
        <a:p>
          <a:endParaRPr lang="en-US"/>
        </a:p>
      </dgm:t>
    </dgm:pt>
    <dgm:pt modelId="{189CAFD3-7E58-4832-883A-44DFA788E774}" type="sibTrans" cxnId="{17D6E3C4-E908-4841-848A-02142E0EA79F}">
      <dgm:prSet/>
      <dgm:spPr/>
      <dgm:t>
        <a:bodyPr/>
        <a:lstStyle/>
        <a:p>
          <a:endParaRPr lang="en-US"/>
        </a:p>
      </dgm:t>
    </dgm:pt>
    <dgm:pt modelId="{D4497211-AE2F-4D3D-B63A-3AB27750E1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Pandas </a:t>
          </a:r>
          <a:r>
            <a:rPr lang="en-US"/>
            <a:t>- Data manipulation</a:t>
          </a:r>
        </a:p>
      </dgm:t>
    </dgm:pt>
    <dgm:pt modelId="{B63A9272-D3CB-4565-BA91-A62B29F08B41}" type="parTrans" cxnId="{5977C9A6-6B2A-4E49-BE65-0FF834555F03}">
      <dgm:prSet/>
      <dgm:spPr/>
      <dgm:t>
        <a:bodyPr/>
        <a:lstStyle/>
        <a:p>
          <a:endParaRPr lang="en-US"/>
        </a:p>
      </dgm:t>
    </dgm:pt>
    <dgm:pt modelId="{9715A1F4-566D-4BC2-9490-4565F9864707}" type="sibTrans" cxnId="{5977C9A6-6B2A-4E49-BE65-0FF834555F03}">
      <dgm:prSet/>
      <dgm:spPr/>
      <dgm:t>
        <a:bodyPr/>
        <a:lstStyle/>
        <a:p>
          <a:endParaRPr lang="en-US"/>
        </a:p>
      </dgm:t>
    </dgm:pt>
    <dgm:pt modelId="{30AA18D9-12E3-40A2-BBF4-35AF5B34AB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Matplotlib </a:t>
          </a:r>
          <a:r>
            <a:rPr lang="en-US"/>
            <a:t>- Data Visualization</a:t>
          </a:r>
        </a:p>
      </dgm:t>
    </dgm:pt>
    <dgm:pt modelId="{94166780-2334-436C-A289-47D5A64513EA}" type="parTrans" cxnId="{7437940E-E0A6-43E7-97A5-16976FE4A241}">
      <dgm:prSet/>
      <dgm:spPr/>
      <dgm:t>
        <a:bodyPr/>
        <a:lstStyle/>
        <a:p>
          <a:endParaRPr lang="en-US"/>
        </a:p>
      </dgm:t>
    </dgm:pt>
    <dgm:pt modelId="{678EF8AC-7793-49BA-8152-73D4AB083926}" type="sibTrans" cxnId="{7437940E-E0A6-43E7-97A5-16976FE4A241}">
      <dgm:prSet/>
      <dgm:spPr/>
      <dgm:t>
        <a:bodyPr/>
        <a:lstStyle/>
        <a:p>
          <a:endParaRPr lang="en-US"/>
        </a:p>
      </dgm:t>
    </dgm:pt>
    <dgm:pt modelId="{624CB4A3-6935-4268-80B9-52D94AA22D07}" type="pres">
      <dgm:prSet presAssocID="{01954208-935B-4437-B58E-6CCA03405E11}" presName="root" presStyleCnt="0">
        <dgm:presLayoutVars>
          <dgm:dir/>
          <dgm:resizeHandles val="exact"/>
        </dgm:presLayoutVars>
      </dgm:prSet>
      <dgm:spPr/>
    </dgm:pt>
    <dgm:pt modelId="{A323A298-500B-4770-816D-F247C7767A7F}" type="pres">
      <dgm:prSet presAssocID="{C821BCC7-ED40-438B-B476-B394200C4674}" presName="compNode" presStyleCnt="0"/>
      <dgm:spPr/>
    </dgm:pt>
    <dgm:pt modelId="{37D236EA-A29C-4424-AD0E-61B6895F7669}" type="pres">
      <dgm:prSet presAssocID="{C821BCC7-ED40-438B-B476-B394200C467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4B600F82-E35E-477A-B965-E649F5B03A4B}" type="pres">
      <dgm:prSet presAssocID="{C821BCC7-ED40-438B-B476-B394200C4674}" presName="spaceRect" presStyleCnt="0"/>
      <dgm:spPr/>
    </dgm:pt>
    <dgm:pt modelId="{BCC55752-B50B-4899-9CE2-AAE1533A71AE}" type="pres">
      <dgm:prSet presAssocID="{C821BCC7-ED40-438B-B476-B394200C4674}" presName="textRect" presStyleLbl="revTx" presStyleIdx="0" presStyleCnt="6">
        <dgm:presLayoutVars>
          <dgm:chMax val="1"/>
          <dgm:chPref val="1"/>
        </dgm:presLayoutVars>
      </dgm:prSet>
      <dgm:spPr/>
    </dgm:pt>
    <dgm:pt modelId="{CD27CF4F-EF82-4F7B-BE79-30E436D1A6BB}" type="pres">
      <dgm:prSet presAssocID="{57267B61-E22E-4DB0-A6DD-971BCF39A738}" presName="sibTrans" presStyleCnt="0"/>
      <dgm:spPr/>
    </dgm:pt>
    <dgm:pt modelId="{916ECB6E-6373-42C5-A1AE-5B1F98B70B50}" type="pres">
      <dgm:prSet presAssocID="{4E35EBE0-E849-45E0-A59C-B78D2E4B472B}" presName="compNode" presStyleCnt="0"/>
      <dgm:spPr/>
    </dgm:pt>
    <dgm:pt modelId="{BC00F1D7-6B77-4988-8E69-F5CB4AB936AE}" type="pres">
      <dgm:prSet presAssocID="{4E35EBE0-E849-45E0-A59C-B78D2E4B472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A98969D-1C63-4C1D-BE80-F42E5C8805A9}" type="pres">
      <dgm:prSet presAssocID="{4E35EBE0-E849-45E0-A59C-B78D2E4B472B}" presName="spaceRect" presStyleCnt="0"/>
      <dgm:spPr/>
    </dgm:pt>
    <dgm:pt modelId="{7CCECFD1-917A-4536-B56F-E5BD42228A93}" type="pres">
      <dgm:prSet presAssocID="{4E35EBE0-E849-45E0-A59C-B78D2E4B472B}" presName="textRect" presStyleLbl="revTx" presStyleIdx="1" presStyleCnt="6">
        <dgm:presLayoutVars>
          <dgm:chMax val="1"/>
          <dgm:chPref val="1"/>
        </dgm:presLayoutVars>
      </dgm:prSet>
      <dgm:spPr/>
    </dgm:pt>
    <dgm:pt modelId="{43CE4440-9378-4C7C-946E-CF0774455151}" type="pres">
      <dgm:prSet presAssocID="{3D0CC20A-7BEE-4DF2-BE4F-6928619C558C}" presName="sibTrans" presStyleCnt="0"/>
      <dgm:spPr/>
    </dgm:pt>
    <dgm:pt modelId="{B906196A-B812-4D77-AB16-5E9BCB48D241}" type="pres">
      <dgm:prSet presAssocID="{16CCFCDC-2271-48ED-AB00-34D9A6735D35}" presName="compNode" presStyleCnt="0"/>
      <dgm:spPr/>
    </dgm:pt>
    <dgm:pt modelId="{7DF77A39-DB60-48D1-A546-8D671276691A}" type="pres">
      <dgm:prSet presAssocID="{16CCFCDC-2271-48ED-AB00-34D9A6735D3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27DB7FA-7E4E-4C3E-A10F-701D626ADFE1}" type="pres">
      <dgm:prSet presAssocID="{16CCFCDC-2271-48ED-AB00-34D9A6735D35}" presName="spaceRect" presStyleCnt="0"/>
      <dgm:spPr/>
    </dgm:pt>
    <dgm:pt modelId="{FAA85F83-F17D-47E2-9707-EC3DD3AD7174}" type="pres">
      <dgm:prSet presAssocID="{16CCFCDC-2271-48ED-AB00-34D9A6735D35}" presName="textRect" presStyleLbl="revTx" presStyleIdx="2" presStyleCnt="6">
        <dgm:presLayoutVars>
          <dgm:chMax val="1"/>
          <dgm:chPref val="1"/>
        </dgm:presLayoutVars>
      </dgm:prSet>
      <dgm:spPr/>
    </dgm:pt>
    <dgm:pt modelId="{64B1CBA5-F91B-4E17-A74A-3218E9E86755}" type="pres">
      <dgm:prSet presAssocID="{C654963B-5AD3-484B-A467-781C7CBEE20C}" presName="sibTrans" presStyleCnt="0"/>
      <dgm:spPr/>
    </dgm:pt>
    <dgm:pt modelId="{B0E1238B-F5BD-45E5-B422-28BDE50BBEAE}" type="pres">
      <dgm:prSet presAssocID="{CB69F2EA-6555-4C7B-8913-45DF25302FA7}" presName="compNode" presStyleCnt="0"/>
      <dgm:spPr/>
    </dgm:pt>
    <dgm:pt modelId="{D9049763-F78C-4D2D-925B-F26F0B159D13}" type="pres">
      <dgm:prSet presAssocID="{CB69F2EA-6555-4C7B-8913-45DF25302FA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28EEDA6-DC8C-46E6-906F-A296AA5E38EC}" type="pres">
      <dgm:prSet presAssocID="{CB69F2EA-6555-4C7B-8913-45DF25302FA7}" presName="spaceRect" presStyleCnt="0"/>
      <dgm:spPr/>
    </dgm:pt>
    <dgm:pt modelId="{DAC17D16-8CF3-480C-BEB7-23B50BCD139A}" type="pres">
      <dgm:prSet presAssocID="{CB69F2EA-6555-4C7B-8913-45DF25302FA7}" presName="textRect" presStyleLbl="revTx" presStyleIdx="3" presStyleCnt="6">
        <dgm:presLayoutVars>
          <dgm:chMax val="1"/>
          <dgm:chPref val="1"/>
        </dgm:presLayoutVars>
      </dgm:prSet>
      <dgm:spPr/>
    </dgm:pt>
    <dgm:pt modelId="{40F2480F-16E6-43A7-9DA2-3ED765FA3C13}" type="pres">
      <dgm:prSet presAssocID="{189CAFD3-7E58-4832-883A-44DFA788E774}" presName="sibTrans" presStyleCnt="0"/>
      <dgm:spPr/>
    </dgm:pt>
    <dgm:pt modelId="{A5337D60-FE27-4850-8244-194D07F7F765}" type="pres">
      <dgm:prSet presAssocID="{D4497211-AE2F-4D3D-B63A-3AB27750E1B4}" presName="compNode" presStyleCnt="0"/>
      <dgm:spPr/>
    </dgm:pt>
    <dgm:pt modelId="{BE753723-6DF9-446E-81EC-792CB7F9931B}" type="pres">
      <dgm:prSet presAssocID="{D4497211-AE2F-4D3D-B63A-3AB27750E1B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254FD227-A372-4EA6-9AA5-FD6ED29D15A4}" type="pres">
      <dgm:prSet presAssocID="{D4497211-AE2F-4D3D-B63A-3AB27750E1B4}" presName="spaceRect" presStyleCnt="0"/>
      <dgm:spPr/>
    </dgm:pt>
    <dgm:pt modelId="{E3EF5481-7B82-4693-9674-E0ED9DFD39E4}" type="pres">
      <dgm:prSet presAssocID="{D4497211-AE2F-4D3D-B63A-3AB27750E1B4}" presName="textRect" presStyleLbl="revTx" presStyleIdx="4" presStyleCnt="6">
        <dgm:presLayoutVars>
          <dgm:chMax val="1"/>
          <dgm:chPref val="1"/>
        </dgm:presLayoutVars>
      </dgm:prSet>
      <dgm:spPr/>
    </dgm:pt>
    <dgm:pt modelId="{87C99F3E-F3D5-4ACB-BC94-87CDCD0E4FC1}" type="pres">
      <dgm:prSet presAssocID="{9715A1F4-566D-4BC2-9490-4565F9864707}" presName="sibTrans" presStyleCnt="0"/>
      <dgm:spPr/>
    </dgm:pt>
    <dgm:pt modelId="{EC9C194E-F174-49F6-B24A-C2827F983EA1}" type="pres">
      <dgm:prSet presAssocID="{30AA18D9-12E3-40A2-BBF4-35AF5B34AB6F}" presName="compNode" presStyleCnt="0"/>
      <dgm:spPr/>
    </dgm:pt>
    <dgm:pt modelId="{C979AAF7-0DD3-4998-9DF7-DF2B04A1D3B7}" type="pres">
      <dgm:prSet presAssocID="{30AA18D9-12E3-40A2-BBF4-35AF5B34AB6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EA8F95CD-5463-4B3D-A7D3-1B83EAE1AEF9}" type="pres">
      <dgm:prSet presAssocID="{30AA18D9-12E3-40A2-BBF4-35AF5B34AB6F}" presName="spaceRect" presStyleCnt="0"/>
      <dgm:spPr/>
    </dgm:pt>
    <dgm:pt modelId="{A2E78E20-BAD2-45B5-8AAD-0BFB7110873C}" type="pres">
      <dgm:prSet presAssocID="{30AA18D9-12E3-40A2-BBF4-35AF5B34AB6F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7437940E-E0A6-43E7-97A5-16976FE4A241}" srcId="{01954208-935B-4437-B58E-6CCA03405E11}" destId="{30AA18D9-12E3-40A2-BBF4-35AF5B34AB6F}" srcOrd="5" destOrd="0" parTransId="{94166780-2334-436C-A289-47D5A64513EA}" sibTransId="{678EF8AC-7793-49BA-8152-73D4AB083926}"/>
    <dgm:cxn modelId="{B8445336-927F-45FA-9678-C9D108A4C402}" srcId="{01954208-935B-4437-B58E-6CCA03405E11}" destId="{16CCFCDC-2271-48ED-AB00-34D9A6735D35}" srcOrd="2" destOrd="0" parTransId="{2A176D21-5CB1-4086-A97F-6B2575AA5660}" sibTransId="{C654963B-5AD3-484B-A467-781C7CBEE20C}"/>
    <dgm:cxn modelId="{F1211B4D-BAA9-4A38-9184-4F8F943A1815}" type="presOf" srcId="{CB69F2EA-6555-4C7B-8913-45DF25302FA7}" destId="{DAC17D16-8CF3-480C-BEB7-23B50BCD139A}" srcOrd="0" destOrd="0" presId="urn:microsoft.com/office/officeart/2018/2/layout/IconLabelList"/>
    <dgm:cxn modelId="{C2A1C853-4D7D-4457-9D7D-944B7FE963B9}" type="presOf" srcId="{4E35EBE0-E849-45E0-A59C-B78D2E4B472B}" destId="{7CCECFD1-917A-4536-B56F-E5BD42228A93}" srcOrd="0" destOrd="0" presId="urn:microsoft.com/office/officeart/2018/2/layout/IconLabelList"/>
    <dgm:cxn modelId="{17969290-7EB9-4B54-AC26-A84E3170EBA4}" type="presOf" srcId="{D4497211-AE2F-4D3D-B63A-3AB27750E1B4}" destId="{E3EF5481-7B82-4693-9674-E0ED9DFD39E4}" srcOrd="0" destOrd="0" presId="urn:microsoft.com/office/officeart/2018/2/layout/IconLabelList"/>
    <dgm:cxn modelId="{5977C9A6-6B2A-4E49-BE65-0FF834555F03}" srcId="{01954208-935B-4437-B58E-6CCA03405E11}" destId="{D4497211-AE2F-4D3D-B63A-3AB27750E1B4}" srcOrd="4" destOrd="0" parTransId="{B63A9272-D3CB-4565-BA91-A62B29F08B41}" sibTransId="{9715A1F4-566D-4BC2-9490-4565F9864707}"/>
    <dgm:cxn modelId="{4C0992B6-E61C-4C39-B13B-D0B3142D27E8}" type="presOf" srcId="{01954208-935B-4437-B58E-6CCA03405E11}" destId="{624CB4A3-6935-4268-80B9-52D94AA22D07}" srcOrd="0" destOrd="0" presId="urn:microsoft.com/office/officeart/2018/2/layout/IconLabelList"/>
    <dgm:cxn modelId="{8F3992C1-5118-4E29-BFE4-797FC6AE7B27}" srcId="{01954208-935B-4437-B58E-6CCA03405E11}" destId="{C821BCC7-ED40-438B-B476-B394200C4674}" srcOrd="0" destOrd="0" parTransId="{1B5953F1-4E29-450A-845C-40CE985E14DE}" sibTransId="{57267B61-E22E-4DB0-A6DD-971BCF39A738}"/>
    <dgm:cxn modelId="{17D6E3C4-E908-4841-848A-02142E0EA79F}" srcId="{01954208-935B-4437-B58E-6CCA03405E11}" destId="{CB69F2EA-6555-4C7B-8913-45DF25302FA7}" srcOrd="3" destOrd="0" parTransId="{F61F504F-177F-4717-B316-12BA60786B1C}" sibTransId="{189CAFD3-7E58-4832-883A-44DFA788E774}"/>
    <dgm:cxn modelId="{479192E0-76DC-485A-8845-A0C40A2520A2}" type="presOf" srcId="{C821BCC7-ED40-438B-B476-B394200C4674}" destId="{BCC55752-B50B-4899-9CE2-AAE1533A71AE}" srcOrd="0" destOrd="0" presId="urn:microsoft.com/office/officeart/2018/2/layout/IconLabelList"/>
    <dgm:cxn modelId="{A97E6BE2-8FFE-42EB-A9D2-4CAAED8A033A}" type="presOf" srcId="{30AA18D9-12E3-40A2-BBF4-35AF5B34AB6F}" destId="{A2E78E20-BAD2-45B5-8AAD-0BFB7110873C}" srcOrd="0" destOrd="0" presId="urn:microsoft.com/office/officeart/2018/2/layout/IconLabelList"/>
    <dgm:cxn modelId="{BC46C5E3-7E3E-4AE2-9A5E-1B618F0732AD}" srcId="{01954208-935B-4437-B58E-6CCA03405E11}" destId="{4E35EBE0-E849-45E0-A59C-B78D2E4B472B}" srcOrd="1" destOrd="0" parTransId="{3391F613-3BC4-4C23-9A3D-28E33D755155}" sibTransId="{3D0CC20A-7BEE-4DF2-BE4F-6928619C558C}"/>
    <dgm:cxn modelId="{EFE7CCF0-8F9A-49C4-8106-FD0B675F4A92}" type="presOf" srcId="{16CCFCDC-2271-48ED-AB00-34D9A6735D35}" destId="{FAA85F83-F17D-47E2-9707-EC3DD3AD7174}" srcOrd="0" destOrd="0" presId="urn:microsoft.com/office/officeart/2018/2/layout/IconLabelList"/>
    <dgm:cxn modelId="{FF61CE91-3B14-478F-9E6C-5E4BBC8C56D0}" type="presParOf" srcId="{624CB4A3-6935-4268-80B9-52D94AA22D07}" destId="{A323A298-500B-4770-816D-F247C7767A7F}" srcOrd="0" destOrd="0" presId="urn:microsoft.com/office/officeart/2018/2/layout/IconLabelList"/>
    <dgm:cxn modelId="{B102E0B4-2660-4240-83C5-AB17981E2035}" type="presParOf" srcId="{A323A298-500B-4770-816D-F247C7767A7F}" destId="{37D236EA-A29C-4424-AD0E-61B6895F7669}" srcOrd="0" destOrd="0" presId="urn:microsoft.com/office/officeart/2018/2/layout/IconLabelList"/>
    <dgm:cxn modelId="{8D2302C6-04D8-490F-97F6-604FD4FDCDA1}" type="presParOf" srcId="{A323A298-500B-4770-816D-F247C7767A7F}" destId="{4B600F82-E35E-477A-B965-E649F5B03A4B}" srcOrd="1" destOrd="0" presId="urn:microsoft.com/office/officeart/2018/2/layout/IconLabelList"/>
    <dgm:cxn modelId="{9B05BC59-6D29-414F-9F6F-7691F931B85D}" type="presParOf" srcId="{A323A298-500B-4770-816D-F247C7767A7F}" destId="{BCC55752-B50B-4899-9CE2-AAE1533A71AE}" srcOrd="2" destOrd="0" presId="urn:microsoft.com/office/officeart/2018/2/layout/IconLabelList"/>
    <dgm:cxn modelId="{FED69E30-BB1E-4077-9A7A-47058CD733C6}" type="presParOf" srcId="{624CB4A3-6935-4268-80B9-52D94AA22D07}" destId="{CD27CF4F-EF82-4F7B-BE79-30E436D1A6BB}" srcOrd="1" destOrd="0" presId="urn:microsoft.com/office/officeart/2018/2/layout/IconLabelList"/>
    <dgm:cxn modelId="{3F3D8730-240E-4A47-A23A-3AB56766136D}" type="presParOf" srcId="{624CB4A3-6935-4268-80B9-52D94AA22D07}" destId="{916ECB6E-6373-42C5-A1AE-5B1F98B70B50}" srcOrd="2" destOrd="0" presId="urn:microsoft.com/office/officeart/2018/2/layout/IconLabelList"/>
    <dgm:cxn modelId="{D4134C76-DCF7-4BDB-BF9E-B57BAF56B29B}" type="presParOf" srcId="{916ECB6E-6373-42C5-A1AE-5B1F98B70B50}" destId="{BC00F1D7-6B77-4988-8E69-F5CB4AB936AE}" srcOrd="0" destOrd="0" presId="urn:microsoft.com/office/officeart/2018/2/layout/IconLabelList"/>
    <dgm:cxn modelId="{69D84E28-8699-4099-A1BE-5971005E9486}" type="presParOf" srcId="{916ECB6E-6373-42C5-A1AE-5B1F98B70B50}" destId="{CA98969D-1C63-4C1D-BE80-F42E5C8805A9}" srcOrd="1" destOrd="0" presId="urn:microsoft.com/office/officeart/2018/2/layout/IconLabelList"/>
    <dgm:cxn modelId="{4FB4D932-D714-4A7D-94A4-7F9FCEDD4A6F}" type="presParOf" srcId="{916ECB6E-6373-42C5-A1AE-5B1F98B70B50}" destId="{7CCECFD1-917A-4536-B56F-E5BD42228A93}" srcOrd="2" destOrd="0" presId="urn:microsoft.com/office/officeart/2018/2/layout/IconLabelList"/>
    <dgm:cxn modelId="{0C2B743B-4156-4A0C-BE6D-6A934313E4D9}" type="presParOf" srcId="{624CB4A3-6935-4268-80B9-52D94AA22D07}" destId="{43CE4440-9378-4C7C-946E-CF0774455151}" srcOrd="3" destOrd="0" presId="urn:microsoft.com/office/officeart/2018/2/layout/IconLabelList"/>
    <dgm:cxn modelId="{32CCE418-6549-451F-9CD6-D0B8461DCBCE}" type="presParOf" srcId="{624CB4A3-6935-4268-80B9-52D94AA22D07}" destId="{B906196A-B812-4D77-AB16-5E9BCB48D241}" srcOrd="4" destOrd="0" presId="urn:microsoft.com/office/officeart/2018/2/layout/IconLabelList"/>
    <dgm:cxn modelId="{1A3E7E16-C4DA-419E-B517-6C800E2418C6}" type="presParOf" srcId="{B906196A-B812-4D77-AB16-5E9BCB48D241}" destId="{7DF77A39-DB60-48D1-A546-8D671276691A}" srcOrd="0" destOrd="0" presId="urn:microsoft.com/office/officeart/2018/2/layout/IconLabelList"/>
    <dgm:cxn modelId="{3CCF8A4E-9516-4382-A5A7-12BB00B82A46}" type="presParOf" srcId="{B906196A-B812-4D77-AB16-5E9BCB48D241}" destId="{A27DB7FA-7E4E-4C3E-A10F-701D626ADFE1}" srcOrd="1" destOrd="0" presId="urn:microsoft.com/office/officeart/2018/2/layout/IconLabelList"/>
    <dgm:cxn modelId="{BF6972A3-DFB0-489E-B100-D9D681840F96}" type="presParOf" srcId="{B906196A-B812-4D77-AB16-5E9BCB48D241}" destId="{FAA85F83-F17D-47E2-9707-EC3DD3AD7174}" srcOrd="2" destOrd="0" presId="urn:microsoft.com/office/officeart/2018/2/layout/IconLabelList"/>
    <dgm:cxn modelId="{84508D7D-BFC5-408A-B1AE-6E31FD749DA3}" type="presParOf" srcId="{624CB4A3-6935-4268-80B9-52D94AA22D07}" destId="{64B1CBA5-F91B-4E17-A74A-3218E9E86755}" srcOrd="5" destOrd="0" presId="urn:microsoft.com/office/officeart/2018/2/layout/IconLabelList"/>
    <dgm:cxn modelId="{C518C5C6-59C5-4A1F-8214-9D85C52FB7A3}" type="presParOf" srcId="{624CB4A3-6935-4268-80B9-52D94AA22D07}" destId="{B0E1238B-F5BD-45E5-B422-28BDE50BBEAE}" srcOrd="6" destOrd="0" presId="urn:microsoft.com/office/officeart/2018/2/layout/IconLabelList"/>
    <dgm:cxn modelId="{78C9F2BD-DF3C-409C-B8BB-D89D6B1795C8}" type="presParOf" srcId="{B0E1238B-F5BD-45E5-B422-28BDE50BBEAE}" destId="{D9049763-F78C-4D2D-925B-F26F0B159D13}" srcOrd="0" destOrd="0" presId="urn:microsoft.com/office/officeart/2018/2/layout/IconLabelList"/>
    <dgm:cxn modelId="{DB4B9DD9-9E35-4B9A-B952-E6343C52A160}" type="presParOf" srcId="{B0E1238B-F5BD-45E5-B422-28BDE50BBEAE}" destId="{328EEDA6-DC8C-46E6-906F-A296AA5E38EC}" srcOrd="1" destOrd="0" presId="urn:microsoft.com/office/officeart/2018/2/layout/IconLabelList"/>
    <dgm:cxn modelId="{98D551DF-E284-41EE-A6D0-AA8D3FAD2949}" type="presParOf" srcId="{B0E1238B-F5BD-45E5-B422-28BDE50BBEAE}" destId="{DAC17D16-8CF3-480C-BEB7-23B50BCD139A}" srcOrd="2" destOrd="0" presId="urn:microsoft.com/office/officeart/2018/2/layout/IconLabelList"/>
    <dgm:cxn modelId="{4F027F21-37F8-4931-89BE-EA830C0AD1E8}" type="presParOf" srcId="{624CB4A3-6935-4268-80B9-52D94AA22D07}" destId="{40F2480F-16E6-43A7-9DA2-3ED765FA3C13}" srcOrd="7" destOrd="0" presId="urn:microsoft.com/office/officeart/2018/2/layout/IconLabelList"/>
    <dgm:cxn modelId="{E3ED796C-BE9A-4E51-BE38-98035FC1E65A}" type="presParOf" srcId="{624CB4A3-6935-4268-80B9-52D94AA22D07}" destId="{A5337D60-FE27-4850-8244-194D07F7F765}" srcOrd="8" destOrd="0" presId="urn:microsoft.com/office/officeart/2018/2/layout/IconLabelList"/>
    <dgm:cxn modelId="{B571DA1B-4572-4FAA-A68B-1E7793993BA7}" type="presParOf" srcId="{A5337D60-FE27-4850-8244-194D07F7F765}" destId="{BE753723-6DF9-446E-81EC-792CB7F9931B}" srcOrd="0" destOrd="0" presId="urn:microsoft.com/office/officeart/2018/2/layout/IconLabelList"/>
    <dgm:cxn modelId="{5C65A19F-4DA6-4C32-A7B5-0316CCDAB053}" type="presParOf" srcId="{A5337D60-FE27-4850-8244-194D07F7F765}" destId="{254FD227-A372-4EA6-9AA5-FD6ED29D15A4}" srcOrd="1" destOrd="0" presId="urn:microsoft.com/office/officeart/2018/2/layout/IconLabelList"/>
    <dgm:cxn modelId="{23939DBC-30BA-4A48-9751-BF9FA45E5905}" type="presParOf" srcId="{A5337D60-FE27-4850-8244-194D07F7F765}" destId="{E3EF5481-7B82-4693-9674-E0ED9DFD39E4}" srcOrd="2" destOrd="0" presId="urn:microsoft.com/office/officeart/2018/2/layout/IconLabelList"/>
    <dgm:cxn modelId="{296F494B-7245-4BE8-9471-89DFAB14AAE3}" type="presParOf" srcId="{624CB4A3-6935-4268-80B9-52D94AA22D07}" destId="{87C99F3E-F3D5-4ACB-BC94-87CDCD0E4FC1}" srcOrd="9" destOrd="0" presId="urn:microsoft.com/office/officeart/2018/2/layout/IconLabelList"/>
    <dgm:cxn modelId="{B0B5FE39-ADEB-4399-B9CC-4AF6AAD3AD2A}" type="presParOf" srcId="{624CB4A3-6935-4268-80B9-52D94AA22D07}" destId="{EC9C194E-F174-49F6-B24A-C2827F983EA1}" srcOrd="10" destOrd="0" presId="urn:microsoft.com/office/officeart/2018/2/layout/IconLabelList"/>
    <dgm:cxn modelId="{BB834680-7C65-48F7-9463-736167C12494}" type="presParOf" srcId="{EC9C194E-F174-49F6-B24A-C2827F983EA1}" destId="{C979AAF7-0DD3-4998-9DF7-DF2B04A1D3B7}" srcOrd="0" destOrd="0" presId="urn:microsoft.com/office/officeart/2018/2/layout/IconLabelList"/>
    <dgm:cxn modelId="{E5988C94-0357-443E-B35D-E09F7BF7FC93}" type="presParOf" srcId="{EC9C194E-F174-49F6-B24A-C2827F983EA1}" destId="{EA8F95CD-5463-4B3D-A7D3-1B83EAE1AEF9}" srcOrd="1" destOrd="0" presId="urn:microsoft.com/office/officeart/2018/2/layout/IconLabelList"/>
    <dgm:cxn modelId="{E5943746-5D61-4B05-9B96-F105A9DCBDA5}" type="presParOf" srcId="{EC9C194E-F174-49F6-B24A-C2827F983EA1}" destId="{A2E78E20-BAD2-45B5-8AAD-0BFB7110873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8516168-6AA7-43FF-A4A7-CD2B442FB172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F3465C9-101D-4799-9E41-D52CAC0834F0}">
      <dgm:prSet/>
      <dgm:spPr/>
      <dgm:t>
        <a:bodyPr/>
        <a:lstStyle/>
        <a:p>
          <a:r>
            <a:rPr lang="en-US" b="1"/>
            <a:t>Inventory Management: </a:t>
          </a:r>
          <a:r>
            <a:rPr lang="en-US"/>
            <a:t>Stock popular items, reduce underperforming products.</a:t>
          </a:r>
        </a:p>
      </dgm:t>
    </dgm:pt>
    <dgm:pt modelId="{78876F13-7577-4905-B6CE-907A317776FC}" type="parTrans" cxnId="{52D508CE-6700-45DB-9431-8762A6A1C0B8}">
      <dgm:prSet/>
      <dgm:spPr/>
      <dgm:t>
        <a:bodyPr/>
        <a:lstStyle/>
        <a:p>
          <a:endParaRPr lang="en-US"/>
        </a:p>
      </dgm:t>
    </dgm:pt>
    <dgm:pt modelId="{9E2026D0-14C8-4550-BB61-967B6E99E4FB}" type="sibTrans" cxnId="{52D508CE-6700-45DB-9431-8762A6A1C0B8}">
      <dgm:prSet/>
      <dgm:spPr/>
      <dgm:t>
        <a:bodyPr/>
        <a:lstStyle/>
        <a:p>
          <a:endParaRPr lang="en-US"/>
        </a:p>
      </dgm:t>
    </dgm:pt>
    <dgm:pt modelId="{97C6B00C-2F5C-4A1A-845C-FE26178B50A9}">
      <dgm:prSet/>
      <dgm:spPr/>
      <dgm:t>
        <a:bodyPr/>
        <a:lstStyle/>
        <a:p>
          <a:r>
            <a:rPr lang="en-US" b="1"/>
            <a:t>Customer Retention: </a:t>
          </a:r>
          <a:r>
            <a:rPr lang="en-US"/>
            <a:t>Personalized offers, loyalty programs.</a:t>
          </a:r>
        </a:p>
      </dgm:t>
    </dgm:pt>
    <dgm:pt modelId="{8CCB3426-FDEF-471B-A5DC-316757103E76}" type="parTrans" cxnId="{CD4C9B7F-9047-4A67-9536-F8C0BEEBB501}">
      <dgm:prSet/>
      <dgm:spPr/>
      <dgm:t>
        <a:bodyPr/>
        <a:lstStyle/>
        <a:p>
          <a:endParaRPr lang="en-US"/>
        </a:p>
      </dgm:t>
    </dgm:pt>
    <dgm:pt modelId="{401E4A97-4B36-45AA-A62A-6BD3AF7F249A}" type="sibTrans" cxnId="{CD4C9B7F-9047-4A67-9536-F8C0BEEBB501}">
      <dgm:prSet/>
      <dgm:spPr/>
      <dgm:t>
        <a:bodyPr/>
        <a:lstStyle/>
        <a:p>
          <a:endParaRPr lang="en-US"/>
        </a:p>
      </dgm:t>
    </dgm:pt>
    <dgm:pt modelId="{E502FD0E-F41A-48B2-BC4A-0D8E5A639508}">
      <dgm:prSet/>
      <dgm:spPr/>
      <dgm:t>
        <a:bodyPr/>
        <a:lstStyle/>
        <a:p>
          <a:r>
            <a:rPr lang="en-US" b="1"/>
            <a:t>Marketing Strategy: </a:t>
          </a:r>
          <a:r>
            <a:rPr lang="en-US"/>
            <a:t>Focus on high-ROI channels, optimize ad spend.</a:t>
          </a:r>
        </a:p>
      </dgm:t>
    </dgm:pt>
    <dgm:pt modelId="{8CD0AA48-B6A0-4413-B8B9-7D4266523094}" type="parTrans" cxnId="{EA4D9B8B-C702-48C9-9CC5-5843B3B1AF64}">
      <dgm:prSet/>
      <dgm:spPr/>
      <dgm:t>
        <a:bodyPr/>
        <a:lstStyle/>
        <a:p>
          <a:endParaRPr lang="en-US"/>
        </a:p>
      </dgm:t>
    </dgm:pt>
    <dgm:pt modelId="{34885D96-8580-4E1A-AEF5-3F698D066660}" type="sibTrans" cxnId="{EA4D9B8B-C702-48C9-9CC5-5843B3B1AF64}">
      <dgm:prSet/>
      <dgm:spPr/>
      <dgm:t>
        <a:bodyPr/>
        <a:lstStyle/>
        <a:p>
          <a:endParaRPr lang="en-US"/>
        </a:p>
      </dgm:t>
    </dgm:pt>
    <dgm:pt modelId="{70215D44-46DD-4A6A-AB21-8687B20C0E78}">
      <dgm:prSet/>
      <dgm:spPr/>
      <dgm:t>
        <a:bodyPr/>
        <a:lstStyle/>
        <a:p>
          <a:r>
            <a:rPr lang="en-US" b="1"/>
            <a:t>Website Optimization: </a:t>
          </a:r>
          <a:r>
            <a:rPr lang="en-US"/>
            <a:t>Improve UX/UI to increase conversion rates.</a:t>
          </a:r>
        </a:p>
      </dgm:t>
    </dgm:pt>
    <dgm:pt modelId="{05CAB154-914B-4809-A862-60EDC7A09F21}" type="parTrans" cxnId="{F046427C-7EDE-410B-9B74-9B2C4E7D1220}">
      <dgm:prSet/>
      <dgm:spPr/>
      <dgm:t>
        <a:bodyPr/>
        <a:lstStyle/>
        <a:p>
          <a:endParaRPr lang="en-US"/>
        </a:p>
      </dgm:t>
    </dgm:pt>
    <dgm:pt modelId="{BD179D9B-409C-4489-91E7-0DD9AE0A0928}" type="sibTrans" cxnId="{F046427C-7EDE-410B-9B74-9B2C4E7D1220}">
      <dgm:prSet/>
      <dgm:spPr/>
      <dgm:t>
        <a:bodyPr/>
        <a:lstStyle/>
        <a:p>
          <a:endParaRPr lang="en-US"/>
        </a:p>
      </dgm:t>
    </dgm:pt>
    <dgm:pt modelId="{4D202580-63C2-4122-A38F-A618A606BEC1}" type="pres">
      <dgm:prSet presAssocID="{18516168-6AA7-43FF-A4A7-CD2B442FB172}" presName="outerComposite" presStyleCnt="0">
        <dgm:presLayoutVars>
          <dgm:chMax val="5"/>
          <dgm:dir/>
          <dgm:resizeHandles val="exact"/>
        </dgm:presLayoutVars>
      </dgm:prSet>
      <dgm:spPr/>
    </dgm:pt>
    <dgm:pt modelId="{0E849C4F-E9F5-47E6-81D5-8F99DFADD060}" type="pres">
      <dgm:prSet presAssocID="{18516168-6AA7-43FF-A4A7-CD2B442FB172}" presName="dummyMaxCanvas" presStyleCnt="0">
        <dgm:presLayoutVars/>
      </dgm:prSet>
      <dgm:spPr/>
    </dgm:pt>
    <dgm:pt modelId="{F316AD13-6A36-4401-89FC-E8BEE590FC69}" type="pres">
      <dgm:prSet presAssocID="{18516168-6AA7-43FF-A4A7-CD2B442FB172}" presName="FourNodes_1" presStyleLbl="node1" presStyleIdx="0" presStyleCnt="4">
        <dgm:presLayoutVars>
          <dgm:bulletEnabled val="1"/>
        </dgm:presLayoutVars>
      </dgm:prSet>
      <dgm:spPr/>
    </dgm:pt>
    <dgm:pt modelId="{23FE089F-4A99-4EAC-993D-EBBFFFCAB270}" type="pres">
      <dgm:prSet presAssocID="{18516168-6AA7-43FF-A4A7-CD2B442FB172}" presName="FourNodes_2" presStyleLbl="node1" presStyleIdx="1" presStyleCnt="4">
        <dgm:presLayoutVars>
          <dgm:bulletEnabled val="1"/>
        </dgm:presLayoutVars>
      </dgm:prSet>
      <dgm:spPr/>
    </dgm:pt>
    <dgm:pt modelId="{8B9DAAE1-D80D-4AB3-8221-97A602A8A2A7}" type="pres">
      <dgm:prSet presAssocID="{18516168-6AA7-43FF-A4A7-CD2B442FB172}" presName="FourNodes_3" presStyleLbl="node1" presStyleIdx="2" presStyleCnt="4">
        <dgm:presLayoutVars>
          <dgm:bulletEnabled val="1"/>
        </dgm:presLayoutVars>
      </dgm:prSet>
      <dgm:spPr/>
    </dgm:pt>
    <dgm:pt modelId="{4CDD172E-B3B0-44E3-A788-80AC9DFA824B}" type="pres">
      <dgm:prSet presAssocID="{18516168-6AA7-43FF-A4A7-CD2B442FB172}" presName="FourNodes_4" presStyleLbl="node1" presStyleIdx="3" presStyleCnt="4">
        <dgm:presLayoutVars>
          <dgm:bulletEnabled val="1"/>
        </dgm:presLayoutVars>
      </dgm:prSet>
      <dgm:spPr/>
    </dgm:pt>
    <dgm:pt modelId="{A920289E-EE3C-45EB-95FB-36BF655F9907}" type="pres">
      <dgm:prSet presAssocID="{18516168-6AA7-43FF-A4A7-CD2B442FB172}" presName="FourConn_1-2" presStyleLbl="fgAccFollowNode1" presStyleIdx="0" presStyleCnt="3">
        <dgm:presLayoutVars>
          <dgm:bulletEnabled val="1"/>
        </dgm:presLayoutVars>
      </dgm:prSet>
      <dgm:spPr/>
    </dgm:pt>
    <dgm:pt modelId="{24F175C7-B255-48E0-9B34-FBE8C807734F}" type="pres">
      <dgm:prSet presAssocID="{18516168-6AA7-43FF-A4A7-CD2B442FB172}" presName="FourConn_2-3" presStyleLbl="fgAccFollowNode1" presStyleIdx="1" presStyleCnt="3">
        <dgm:presLayoutVars>
          <dgm:bulletEnabled val="1"/>
        </dgm:presLayoutVars>
      </dgm:prSet>
      <dgm:spPr/>
    </dgm:pt>
    <dgm:pt modelId="{2298C8D1-C4A4-4183-9EF8-CA31ACA0B5A2}" type="pres">
      <dgm:prSet presAssocID="{18516168-6AA7-43FF-A4A7-CD2B442FB172}" presName="FourConn_3-4" presStyleLbl="fgAccFollowNode1" presStyleIdx="2" presStyleCnt="3">
        <dgm:presLayoutVars>
          <dgm:bulletEnabled val="1"/>
        </dgm:presLayoutVars>
      </dgm:prSet>
      <dgm:spPr/>
    </dgm:pt>
    <dgm:pt modelId="{8A7B55F7-AE01-40F4-B014-DB3EC87A227F}" type="pres">
      <dgm:prSet presAssocID="{18516168-6AA7-43FF-A4A7-CD2B442FB172}" presName="FourNodes_1_text" presStyleLbl="node1" presStyleIdx="3" presStyleCnt="4">
        <dgm:presLayoutVars>
          <dgm:bulletEnabled val="1"/>
        </dgm:presLayoutVars>
      </dgm:prSet>
      <dgm:spPr/>
    </dgm:pt>
    <dgm:pt modelId="{4C8ED165-421C-435F-9220-A48DC690913E}" type="pres">
      <dgm:prSet presAssocID="{18516168-6AA7-43FF-A4A7-CD2B442FB172}" presName="FourNodes_2_text" presStyleLbl="node1" presStyleIdx="3" presStyleCnt="4">
        <dgm:presLayoutVars>
          <dgm:bulletEnabled val="1"/>
        </dgm:presLayoutVars>
      </dgm:prSet>
      <dgm:spPr/>
    </dgm:pt>
    <dgm:pt modelId="{F5BBD011-211A-4604-92B8-08540FF49B65}" type="pres">
      <dgm:prSet presAssocID="{18516168-6AA7-43FF-A4A7-CD2B442FB172}" presName="FourNodes_3_text" presStyleLbl="node1" presStyleIdx="3" presStyleCnt="4">
        <dgm:presLayoutVars>
          <dgm:bulletEnabled val="1"/>
        </dgm:presLayoutVars>
      </dgm:prSet>
      <dgm:spPr/>
    </dgm:pt>
    <dgm:pt modelId="{D1385C09-0E6C-4C76-A3DD-1F7E57614DDF}" type="pres">
      <dgm:prSet presAssocID="{18516168-6AA7-43FF-A4A7-CD2B442FB17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75F3A0F-C3C4-42E8-8746-1349DBBA99D5}" type="presOf" srcId="{E502FD0E-F41A-48B2-BC4A-0D8E5A639508}" destId="{8B9DAAE1-D80D-4AB3-8221-97A602A8A2A7}" srcOrd="0" destOrd="0" presId="urn:microsoft.com/office/officeart/2005/8/layout/vProcess5"/>
    <dgm:cxn modelId="{9B26B64E-5020-4677-A5CA-189FFA6E45DD}" type="presOf" srcId="{34885D96-8580-4E1A-AEF5-3F698D066660}" destId="{2298C8D1-C4A4-4183-9EF8-CA31ACA0B5A2}" srcOrd="0" destOrd="0" presId="urn:microsoft.com/office/officeart/2005/8/layout/vProcess5"/>
    <dgm:cxn modelId="{D70A5174-EEED-4A08-923D-9F2894326D76}" type="presOf" srcId="{70215D44-46DD-4A6A-AB21-8687B20C0E78}" destId="{4CDD172E-B3B0-44E3-A788-80AC9DFA824B}" srcOrd="0" destOrd="0" presId="urn:microsoft.com/office/officeart/2005/8/layout/vProcess5"/>
    <dgm:cxn modelId="{F094FA55-0741-443E-901D-CC45DDA02564}" type="presOf" srcId="{18516168-6AA7-43FF-A4A7-CD2B442FB172}" destId="{4D202580-63C2-4122-A38F-A618A606BEC1}" srcOrd="0" destOrd="0" presId="urn:microsoft.com/office/officeart/2005/8/layout/vProcess5"/>
    <dgm:cxn modelId="{F046427C-7EDE-410B-9B74-9B2C4E7D1220}" srcId="{18516168-6AA7-43FF-A4A7-CD2B442FB172}" destId="{70215D44-46DD-4A6A-AB21-8687B20C0E78}" srcOrd="3" destOrd="0" parTransId="{05CAB154-914B-4809-A862-60EDC7A09F21}" sibTransId="{BD179D9B-409C-4489-91E7-0DD9AE0A0928}"/>
    <dgm:cxn modelId="{CD4C9B7F-9047-4A67-9536-F8C0BEEBB501}" srcId="{18516168-6AA7-43FF-A4A7-CD2B442FB172}" destId="{97C6B00C-2F5C-4A1A-845C-FE26178B50A9}" srcOrd="1" destOrd="0" parTransId="{8CCB3426-FDEF-471B-A5DC-316757103E76}" sibTransId="{401E4A97-4B36-45AA-A62A-6BD3AF7F249A}"/>
    <dgm:cxn modelId="{F7E5AA80-F2CA-4445-A518-A7349E7DCCC5}" type="presOf" srcId="{70215D44-46DD-4A6A-AB21-8687B20C0E78}" destId="{D1385C09-0E6C-4C76-A3DD-1F7E57614DDF}" srcOrd="1" destOrd="0" presId="urn:microsoft.com/office/officeart/2005/8/layout/vProcess5"/>
    <dgm:cxn modelId="{38B8E782-164B-46FC-AABF-B8E932F61B3D}" type="presOf" srcId="{97C6B00C-2F5C-4A1A-845C-FE26178B50A9}" destId="{4C8ED165-421C-435F-9220-A48DC690913E}" srcOrd="1" destOrd="0" presId="urn:microsoft.com/office/officeart/2005/8/layout/vProcess5"/>
    <dgm:cxn modelId="{EA4D9B8B-C702-48C9-9CC5-5843B3B1AF64}" srcId="{18516168-6AA7-43FF-A4A7-CD2B442FB172}" destId="{E502FD0E-F41A-48B2-BC4A-0D8E5A639508}" srcOrd="2" destOrd="0" parTransId="{8CD0AA48-B6A0-4413-B8B9-7D4266523094}" sibTransId="{34885D96-8580-4E1A-AEF5-3F698D066660}"/>
    <dgm:cxn modelId="{50BF0F96-BB10-4C9D-B11E-526886C6259F}" type="presOf" srcId="{97C6B00C-2F5C-4A1A-845C-FE26178B50A9}" destId="{23FE089F-4A99-4EAC-993D-EBBFFFCAB270}" srcOrd="0" destOrd="0" presId="urn:microsoft.com/office/officeart/2005/8/layout/vProcess5"/>
    <dgm:cxn modelId="{83B706AF-0F0F-4D64-8852-FEC1059DB1C8}" type="presOf" srcId="{0F3465C9-101D-4799-9E41-D52CAC0834F0}" destId="{F316AD13-6A36-4401-89FC-E8BEE590FC69}" srcOrd="0" destOrd="0" presId="urn:microsoft.com/office/officeart/2005/8/layout/vProcess5"/>
    <dgm:cxn modelId="{9D89FBC2-D8FF-4E2E-928D-C875ECE8C930}" type="presOf" srcId="{9E2026D0-14C8-4550-BB61-967B6E99E4FB}" destId="{A920289E-EE3C-45EB-95FB-36BF655F9907}" srcOrd="0" destOrd="0" presId="urn:microsoft.com/office/officeart/2005/8/layout/vProcess5"/>
    <dgm:cxn modelId="{D826EACD-BA51-4A37-B2CA-D63238B5E876}" type="presOf" srcId="{0F3465C9-101D-4799-9E41-D52CAC0834F0}" destId="{8A7B55F7-AE01-40F4-B014-DB3EC87A227F}" srcOrd="1" destOrd="0" presId="urn:microsoft.com/office/officeart/2005/8/layout/vProcess5"/>
    <dgm:cxn modelId="{52D508CE-6700-45DB-9431-8762A6A1C0B8}" srcId="{18516168-6AA7-43FF-A4A7-CD2B442FB172}" destId="{0F3465C9-101D-4799-9E41-D52CAC0834F0}" srcOrd="0" destOrd="0" parTransId="{78876F13-7577-4905-B6CE-907A317776FC}" sibTransId="{9E2026D0-14C8-4550-BB61-967B6E99E4FB}"/>
    <dgm:cxn modelId="{2BD3F1D1-39A6-41A0-9290-4352CEF9B45B}" type="presOf" srcId="{E502FD0E-F41A-48B2-BC4A-0D8E5A639508}" destId="{F5BBD011-211A-4604-92B8-08540FF49B65}" srcOrd="1" destOrd="0" presId="urn:microsoft.com/office/officeart/2005/8/layout/vProcess5"/>
    <dgm:cxn modelId="{CDEA93FC-FF57-406D-A8A5-5D80F8E8B907}" type="presOf" srcId="{401E4A97-4B36-45AA-A62A-6BD3AF7F249A}" destId="{24F175C7-B255-48E0-9B34-FBE8C807734F}" srcOrd="0" destOrd="0" presId="urn:microsoft.com/office/officeart/2005/8/layout/vProcess5"/>
    <dgm:cxn modelId="{5F56C266-E3D4-49F5-AB15-46E3D39B22F9}" type="presParOf" srcId="{4D202580-63C2-4122-A38F-A618A606BEC1}" destId="{0E849C4F-E9F5-47E6-81D5-8F99DFADD060}" srcOrd="0" destOrd="0" presId="urn:microsoft.com/office/officeart/2005/8/layout/vProcess5"/>
    <dgm:cxn modelId="{507C3543-9292-410C-8B31-1A99648C1504}" type="presParOf" srcId="{4D202580-63C2-4122-A38F-A618A606BEC1}" destId="{F316AD13-6A36-4401-89FC-E8BEE590FC69}" srcOrd="1" destOrd="0" presId="urn:microsoft.com/office/officeart/2005/8/layout/vProcess5"/>
    <dgm:cxn modelId="{EC8454F5-1C46-4F59-9517-EB9D69BAB91C}" type="presParOf" srcId="{4D202580-63C2-4122-A38F-A618A606BEC1}" destId="{23FE089F-4A99-4EAC-993D-EBBFFFCAB270}" srcOrd="2" destOrd="0" presId="urn:microsoft.com/office/officeart/2005/8/layout/vProcess5"/>
    <dgm:cxn modelId="{7353C11A-3309-49AE-AB10-18929110CFFE}" type="presParOf" srcId="{4D202580-63C2-4122-A38F-A618A606BEC1}" destId="{8B9DAAE1-D80D-4AB3-8221-97A602A8A2A7}" srcOrd="3" destOrd="0" presId="urn:microsoft.com/office/officeart/2005/8/layout/vProcess5"/>
    <dgm:cxn modelId="{BB3B2649-A91B-4A71-B034-250CD5EC2DB2}" type="presParOf" srcId="{4D202580-63C2-4122-A38F-A618A606BEC1}" destId="{4CDD172E-B3B0-44E3-A788-80AC9DFA824B}" srcOrd="4" destOrd="0" presId="urn:microsoft.com/office/officeart/2005/8/layout/vProcess5"/>
    <dgm:cxn modelId="{058D346B-0205-4DD3-A7F8-3B46B44FB9F3}" type="presParOf" srcId="{4D202580-63C2-4122-A38F-A618A606BEC1}" destId="{A920289E-EE3C-45EB-95FB-36BF655F9907}" srcOrd="5" destOrd="0" presId="urn:microsoft.com/office/officeart/2005/8/layout/vProcess5"/>
    <dgm:cxn modelId="{E6D4A7B7-F1FC-4F15-BCE4-F6F3F8E7B6C2}" type="presParOf" srcId="{4D202580-63C2-4122-A38F-A618A606BEC1}" destId="{24F175C7-B255-48E0-9B34-FBE8C807734F}" srcOrd="6" destOrd="0" presId="urn:microsoft.com/office/officeart/2005/8/layout/vProcess5"/>
    <dgm:cxn modelId="{0FC96AE7-58A9-4F58-A08F-222F058A702F}" type="presParOf" srcId="{4D202580-63C2-4122-A38F-A618A606BEC1}" destId="{2298C8D1-C4A4-4183-9EF8-CA31ACA0B5A2}" srcOrd="7" destOrd="0" presId="urn:microsoft.com/office/officeart/2005/8/layout/vProcess5"/>
    <dgm:cxn modelId="{4BCDC7A2-B7DD-4B69-BFE7-5AD52E5E0836}" type="presParOf" srcId="{4D202580-63C2-4122-A38F-A618A606BEC1}" destId="{8A7B55F7-AE01-40F4-B014-DB3EC87A227F}" srcOrd="8" destOrd="0" presId="urn:microsoft.com/office/officeart/2005/8/layout/vProcess5"/>
    <dgm:cxn modelId="{E616AF67-0250-432D-98FF-8E05C1867F58}" type="presParOf" srcId="{4D202580-63C2-4122-A38F-A618A606BEC1}" destId="{4C8ED165-421C-435F-9220-A48DC690913E}" srcOrd="9" destOrd="0" presId="urn:microsoft.com/office/officeart/2005/8/layout/vProcess5"/>
    <dgm:cxn modelId="{D2883C8F-078A-4096-A4B1-C3F5B138FA08}" type="presParOf" srcId="{4D202580-63C2-4122-A38F-A618A606BEC1}" destId="{F5BBD011-211A-4604-92B8-08540FF49B65}" srcOrd="10" destOrd="0" presId="urn:microsoft.com/office/officeart/2005/8/layout/vProcess5"/>
    <dgm:cxn modelId="{7B8C34B7-BA0E-46F3-92FE-CA0873D6305A}" type="presParOf" srcId="{4D202580-63C2-4122-A38F-A618A606BEC1}" destId="{D1385C09-0E6C-4C76-A3DD-1F7E57614DD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91D6C58-AB03-4F81-870D-7B641D001485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D659BF6-79C4-4A70-AF26-E007BD30BE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technology uses computer vision and machine learning to analyze visual features like color, shape, and patterns to match products in the database.</a:t>
          </a:r>
        </a:p>
      </dgm:t>
    </dgm:pt>
    <dgm:pt modelId="{9E48BBC8-AD1C-4FFB-BE3E-04DBDB478F24}" type="parTrans" cxnId="{EC1A68A0-D373-4ADA-A9C2-C8D64926A91B}">
      <dgm:prSet/>
      <dgm:spPr/>
      <dgm:t>
        <a:bodyPr/>
        <a:lstStyle/>
        <a:p>
          <a:endParaRPr lang="en-US"/>
        </a:p>
      </dgm:t>
    </dgm:pt>
    <dgm:pt modelId="{884D6EE3-481A-4E37-A137-2463E5AA2D96}" type="sibTrans" cxnId="{EC1A68A0-D373-4ADA-A9C2-C8D64926A91B}">
      <dgm:prSet/>
      <dgm:spPr/>
      <dgm:t>
        <a:bodyPr/>
        <a:lstStyle/>
        <a:p>
          <a:endParaRPr lang="en-US"/>
        </a:p>
      </dgm:t>
    </dgm:pt>
    <dgm:pt modelId="{F3341448-4902-4B40-B8AC-F70EA27429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enhances user experience by making product discovery faster and more intuitive, especially for fashion, home decor, and accessories. </a:t>
          </a:r>
        </a:p>
      </dgm:t>
    </dgm:pt>
    <dgm:pt modelId="{9647E6F3-3630-4259-8D03-3CBF6C3855D8}" type="parTrans" cxnId="{F02D1860-B23B-4260-8F07-96CFAE1DF158}">
      <dgm:prSet/>
      <dgm:spPr/>
      <dgm:t>
        <a:bodyPr/>
        <a:lstStyle/>
        <a:p>
          <a:endParaRPr lang="en-US"/>
        </a:p>
      </dgm:t>
    </dgm:pt>
    <dgm:pt modelId="{0C00E24D-C001-4318-928F-1739F0F60F7F}" type="sibTrans" cxnId="{F02D1860-B23B-4260-8F07-96CFAE1DF158}">
      <dgm:prSet/>
      <dgm:spPr/>
      <dgm:t>
        <a:bodyPr/>
        <a:lstStyle/>
        <a:p>
          <a:endParaRPr lang="en-US"/>
        </a:p>
      </dgm:t>
    </dgm:pt>
    <dgm:pt modelId="{376D4593-C483-4E1A-B6DE-5C64BC8E7C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feature reduces search friction, improves conversion rates, and enhances personalized shopping experiences.</a:t>
          </a:r>
        </a:p>
      </dgm:t>
    </dgm:pt>
    <dgm:pt modelId="{4C9E784D-A4C8-465D-931C-AFE7C47E7617}" type="parTrans" cxnId="{C2DD0160-4C22-47C4-ABE0-E868C97DE36E}">
      <dgm:prSet/>
      <dgm:spPr/>
      <dgm:t>
        <a:bodyPr/>
        <a:lstStyle/>
        <a:p>
          <a:endParaRPr lang="en-US"/>
        </a:p>
      </dgm:t>
    </dgm:pt>
    <dgm:pt modelId="{4B2658ED-A477-4982-96CF-8B67D3DF2EE7}" type="sibTrans" cxnId="{C2DD0160-4C22-47C4-ABE0-E868C97DE36E}">
      <dgm:prSet/>
      <dgm:spPr/>
      <dgm:t>
        <a:bodyPr/>
        <a:lstStyle/>
        <a:p>
          <a:endParaRPr lang="en-US"/>
        </a:p>
      </dgm:t>
    </dgm:pt>
    <dgm:pt modelId="{082489F0-5D2B-48A1-ACA6-72D9DD3F735B}" type="pres">
      <dgm:prSet presAssocID="{491D6C58-AB03-4F81-870D-7B641D001485}" presName="linear" presStyleCnt="0">
        <dgm:presLayoutVars>
          <dgm:animLvl val="lvl"/>
          <dgm:resizeHandles val="exact"/>
        </dgm:presLayoutVars>
      </dgm:prSet>
      <dgm:spPr/>
    </dgm:pt>
    <dgm:pt modelId="{50F8866C-0B7D-493D-BA01-758F105CB49A}" type="pres">
      <dgm:prSet presAssocID="{2D659BF6-79C4-4A70-AF26-E007BD30BEA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F0512D8-3997-4849-97F4-0772F273BC28}" type="pres">
      <dgm:prSet presAssocID="{884D6EE3-481A-4E37-A137-2463E5AA2D96}" presName="spacer" presStyleCnt="0"/>
      <dgm:spPr/>
    </dgm:pt>
    <dgm:pt modelId="{66A96CFD-FE3E-49D9-A6B4-81CAB75EB2E2}" type="pres">
      <dgm:prSet presAssocID="{F3341448-4902-4B40-B8AC-F70EA27429C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C8892AC-4673-4686-9F0B-E4C7335B254C}" type="pres">
      <dgm:prSet presAssocID="{0C00E24D-C001-4318-928F-1739F0F60F7F}" presName="spacer" presStyleCnt="0"/>
      <dgm:spPr/>
    </dgm:pt>
    <dgm:pt modelId="{2716FD8E-ECC2-4E88-8887-AA626DE021AA}" type="pres">
      <dgm:prSet presAssocID="{376D4593-C483-4E1A-B6DE-5C64BC8E7CB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4E07B34-4B58-4064-82E6-767E44D531C0}" type="presOf" srcId="{F3341448-4902-4B40-B8AC-F70EA27429C1}" destId="{66A96CFD-FE3E-49D9-A6B4-81CAB75EB2E2}" srcOrd="0" destOrd="0" presId="urn:microsoft.com/office/officeart/2005/8/layout/vList2"/>
    <dgm:cxn modelId="{C2DD0160-4C22-47C4-ABE0-E868C97DE36E}" srcId="{491D6C58-AB03-4F81-870D-7B641D001485}" destId="{376D4593-C483-4E1A-B6DE-5C64BC8E7CBD}" srcOrd="2" destOrd="0" parTransId="{4C9E784D-A4C8-465D-931C-AFE7C47E7617}" sibTransId="{4B2658ED-A477-4982-96CF-8B67D3DF2EE7}"/>
    <dgm:cxn modelId="{F02D1860-B23B-4260-8F07-96CFAE1DF158}" srcId="{491D6C58-AB03-4F81-870D-7B641D001485}" destId="{F3341448-4902-4B40-B8AC-F70EA27429C1}" srcOrd="1" destOrd="0" parTransId="{9647E6F3-3630-4259-8D03-3CBF6C3855D8}" sibTransId="{0C00E24D-C001-4318-928F-1739F0F60F7F}"/>
    <dgm:cxn modelId="{4EACC072-D27A-4EE7-A541-73C421D7002C}" type="presOf" srcId="{2D659BF6-79C4-4A70-AF26-E007BD30BEAF}" destId="{50F8866C-0B7D-493D-BA01-758F105CB49A}" srcOrd="0" destOrd="0" presId="urn:microsoft.com/office/officeart/2005/8/layout/vList2"/>
    <dgm:cxn modelId="{EC1A68A0-D373-4ADA-A9C2-C8D64926A91B}" srcId="{491D6C58-AB03-4F81-870D-7B641D001485}" destId="{2D659BF6-79C4-4A70-AF26-E007BD30BEAF}" srcOrd="0" destOrd="0" parTransId="{9E48BBC8-AD1C-4FFB-BE3E-04DBDB478F24}" sibTransId="{884D6EE3-481A-4E37-A137-2463E5AA2D96}"/>
    <dgm:cxn modelId="{DE6C93AD-F9F3-4386-B2B3-88CF1185AE00}" type="presOf" srcId="{491D6C58-AB03-4F81-870D-7B641D001485}" destId="{082489F0-5D2B-48A1-ACA6-72D9DD3F735B}" srcOrd="0" destOrd="0" presId="urn:microsoft.com/office/officeart/2005/8/layout/vList2"/>
    <dgm:cxn modelId="{0B6673C6-B5BD-4E95-B201-063C0D5B9E03}" type="presOf" srcId="{376D4593-C483-4E1A-B6DE-5C64BC8E7CBD}" destId="{2716FD8E-ECC2-4E88-8887-AA626DE021AA}" srcOrd="0" destOrd="0" presId="urn:microsoft.com/office/officeart/2005/8/layout/vList2"/>
    <dgm:cxn modelId="{D491FE0F-9441-4A30-87D7-C5754CF2B5D5}" type="presParOf" srcId="{082489F0-5D2B-48A1-ACA6-72D9DD3F735B}" destId="{50F8866C-0B7D-493D-BA01-758F105CB49A}" srcOrd="0" destOrd="0" presId="urn:microsoft.com/office/officeart/2005/8/layout/vList2"/>
    <dgm:cxn modelId="{0B12A5AE-A767-4B64-8D40-4AA48FE01261}" type="presParOf" srcId="{082489F0-5D2B-48A1-ACA6-72D9DD3F735B}" destId="{FF0512D8-3997-4849-97F4-0772F273BC28}" srcOrd="1" destOrd="0" presId="urn:microsoft.com/office/officeart/2005/8/layout/vList2"/>
    <dgm:cxn modelId="{41988AFC-43F7-4D8D-AEFB-993900CE8C70}" type="presParOf" srcId="{082489F0-5D2B-48A1-ACA6-72D9DD3F735B}" destId="{66A96CFD-FE3E-49D9-A6B4-81CAB75EB2E2}" srcOrd="2" destOrd="0" presId="urn:microsoft.com/office/officeart/2005/8/layout/vList2"/>
    <dgm:cxn modelId="{BEFB0560-207B-40DC-82B7-FF661CA2F5A8}" type="presParOf" srcId="{082489F0-5D2B-48A1-ACA6-72D9DD3F735B}" destId="{DC8892AC-4673-4686-9F0B-E4C7335B254C}" srcOrd="3" destOrd="0" presId="urn:microsoft.com/office/officeart/2005/8/layout/vList2"/>
    <dgm:cxn modelId="{A876425F-D24A-4AC6-8C77-0FB0EE78FFA2}" type="presParOf" srcId="{082489F0-5D2B-48A1-ACA6-72D9DD3F735B}" destId="{2716FD8E-ECC2-4E88-8887-AA626DE021A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F4B98DB-438E-42C1-9E5D-4FFB64B6429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F43CDF8-DFC7-4732-AB1A-8EA624294345}">
      <dgm:prSet/>
      <dgm:spPr/>
      <dgm:t>
        <a:bodyPr/>
        <a:lstStyle/>
        <a:p>
          <a:r>
            <a:rPr lang="en-US"/>
            <a:t>The project aims to provide a robust, AI-powered e-commerce platform.</a:t>
          </a:r>
        </a:p>
      </dgm:t>
    </dgm:pt>
    <dgm:pt modelId="{7FDE1050-4A32-4C51-BC1B-20EE92D650B6}" type="parTrans" cxnId="{AB6D4B08-926B-489E-ABD1-469DBE1F4D61}">
      <dgm:prSet/>
      <dgm:spPr/>
      <dgm:t>
        <a:bodyPr/>
        <a:lstStyle/>
        <a:p>
          <a:endParaRPr lang="en-US"/>
        </a:p>
      </dgm:t>
    </dgm:pt>
    <dgm:pt modelId="{8DC0A5D5-6E58-4CAA-B1C3-00B5CB908F1B}" type="sibTrans" cxnId="{AB6D4B08-926B-489E-ABD1-469DBE1F4D61}">
      <dgm:prSet/>
      <dgm:spPr/>
      <dgm:t>
        <a:bodyPr/>
        <a:lstStyle/>
        <a:p>
          <a:endParaRPr lang="en-US"/>
        </a:p>
      </dgm:t>
    </dgm:pt>
    <dgm:pt modelId="{8C090491-E002-4A7E-9930-26467239417B}">
      <dgm:prSet/>
      <dgm:spPr/>
      <dgm:t>
        <a:bodyPr/>
        <a:lstStyle/>
        <a:p>
          <a:r>
            <a:rPr lang="en-US"/>
            <a:t>Current focus: completing backend integration and AI recommendation system.</a:t>
          </a:r>
        </a:p>
      </dgm:t>
    </dgm:pt>
    <dgm:pt modelId="{48D2A754-C5F1-460C-BF01-1DCF31A4A2E1}" type="parTrans" cxnId="{A3B67BF1-6E26-4A77-B6A7-5C9A63FC26A2}">
      <dgm:prSet/>
      <dgm:spPr/>
      <dgm:t>
        <a:bodyPr/>
        <a:lstStyle/>
        <a:p>
          <a:endParaRPr lang="en-US"/>
        </a:p>
      </dgm:t>
    </dgm:pt>
    <dgm:pt modelId="{BE83E7FA-B805-45CA-A474-DE223C7D2B43}" type="sibTrans" cxnId="{A3B67BF1-6E26-4A77-B6A7-5C9A63FC26A2}">
      <dgm:prSet/>
      <dgm:spPr/>
      <dgm:t>
        <a:bodyPr/>
        <a:lstStyle/>
        <a:p>
          <a:endParaRPr lang="en-US"/>
        </a:p>
      </dgm:t>
    </dgm:pt>
    <dgm:pt modelId="{FE860934-4078-4C42-81B2-33A7C52534E3}">
      <dgm:prSet/>
      <dgm:spPr/>
      <dgm:t>
        <a:bodyPr/>
        <a:lstStyle/>
        <a:p>
          <a:r>
            <a:rPr lang="en-US" dirty="0"/>
            <a:t>Future plans: expand features, integrate multi-vendor support, and enhance security measures.</a:t>
          </a:r>
        </a:p>
      </dgm:t>
    </dgm:pt>
    <dgm:pt modelId="{B4ECE2B2-C1FB-4021-A778-08D4636619CC}" type="parTrans" cxnId="{317F2392-3096-4CAC-A60D-7CB11EEA3D47}">
      <dgm:prSet/>
      <dgm:spPr/>
      <dgm:t>
        <a:bodyPr/>
        <a:lstStyle/>
        <a:p>
          <a:endParaRPr lang="en-US"/>
        </a:p>
      </dgm:t>
    </dgm:pt>
    <dgm:pt modelId="{652B44E8-1FC2-4594-985D-D133F7457983}" type="sibTrans" cxnId="{317F2392-3096-4CAC-A60D-7CB11EEA3D47}">
      <dgm:prSet/>
      <dgm:spPr/>
      <dgm:t>
        <a:bodyPr/>
        <a:lstStyle/>
        <a:p>
          <a:endParaRPr lang="en-US"/>
        </a:p>
      </dgm:t>
    </dgm:pt>
    <dgm:pt modelId="{A9559E76-D692-4828-B599-987133B9AB84}" type="pres">
      <dgm:prSet presAssocID="{8F4B98DB-438E-42C1-9E5D-4FFB64B6429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6157647-7C6D-470B-BA7A-E31ED157BB9F}" type="pres">
      <dgm:prSet presAssocID="{6F43CDF8-DFC7-4732-AB1A-8EA624294345}" presName="hierRoot1" presStyleCnt="0"/>
      <dgm:spPr/>
    </dgm:pt>
    <dgm:pt modelId="{EED17F40-C129-4B1C-A08D-C6136BDC22D2}" type="pres">
      <dgm:prSet presAssocID="{6F43CDF8-DFC7-4732-AB1A-8EA624294345}" presName="composite" presStyleCnt="0"/>
      <dgm:spPr/>
    </dgm:pt>
    <dgm:pt modelId="{CB8AE8EE-9675-4A05-A7CF-695CB75430AA}" type="pres">
      <dgm:prSet presAssocID="{6F43CDF8-DFC7-4732-AB1A-8EA624294345}" presName="background" presStyleLbl="node0" presStyleIdx="0" presStyleCnt="3"/>
      <dgm:spPr/>
    </dgm:pt>
    <dgm:pt modelId="{2C7AD5F2-A624-4B89-999C-4CE594DFF0D1}" type="pres">
      <dgm:prSet presAssocID="{6F43CDF8-DFC7-4732-AB1A-8EA624294345}" presName="text" presStyleLbl="fgAcc0" presStyleIdx="0" presStyleCnt="3">
        <dgm:presLayoutVars>
          <dgm:chPref val="3"/>
        </dgm:presLayoutVars>
      </dgm:prSet>
      <dgm:spPr/>
    </dgm:pt>
    <dgm:pt modelId="{666828AC-70FB-4E3E-BD43-6D4E0E437D69}" type="pres">
      <dgm:prSet presAssocID="{6F43CDF8-DFC7-4732-AB1A-8EA624294345}" presName="hierChild2" presStyleCnt="0"/>
      <dgm:spPr/>
    </dgm:pt>
    <dgm:pt modelId="{107DCB6B-6EA5-4127-87A9-D51B59C0265A}" type="pres">
      <dgm:prSet presAssocID="{8C090491-E002-4A7E-9930-26467239417B}" presName="hierRoot1" presStyleCnt="0"/>
      <dgm:spPr/>
    </dgm:pt>
    <dgm:pt modelId="{C5B21EAD-B075-4B21-BEF8-956A313572EF}" type="pres">
      <dgm:prSet presAssocID="{8C090491-E002-4A7E-9930-26467239417B}" presName="composite" presStyleCnt="0"/>
      <dgm:spPr/>
    </dgm:pt>
    <dgm:pt modelId="{915D8375-85FE-4983-9E67-D432E7EEE362}" type="pres">
      <dgm:prSet presAssocID="{8C090491-E002-4A7E-9930-26467239417B}" presName="background" presStyleLbl="node0" presStyleIdx="1" presStyleCnt="3"/>
      <dgm:spPr/>
    </dgm:pt>
    <dgm:pt modelId="{E578054A-AA98-4FB7-ACAC-85F9051229E7}" type="pres">
      <dgm:prSet presAssocID="{8C090491-E002-4A7E-9930-26467239417B}" presName="text" presStyleLbl="fgAcc0" presStyleIdx="1" presStyleCnt="3">
        <dgm:presLayoutVars>
          <dgm:chPref val="3"/>
        </dgm:presLayoutVars>
      </dgm:prSet>
      <dgm:spPr/>
    </dgm:pt>
    <dgm:pt modelId="{5B62366D-5DB3-45B3-AC2A-D0346C23C6AD}" type="pres">
      <dgm:prSet presAssocID="{8C090491-E002-4A7E-9930-26467239417B}" presName="hierChild2" presStyleCnt="0"/>
      <dgm:spPr/>
    </dgm:pt>
    <dgm:pt modelId="{8239974D-1B5E-4317-8EFC-8FF93D372868}" type="pres">
      <dgm:prSet presAssocID="{FE860934-4078-4C42-81B2-33A7C52534E3}" presName="hierRoot1" presStyleCnt="0"/>
      <dgm:spPr/>
    </dgm:pt>
    <dgm:pt modelId="{416D983C-A51D-4BA7-9374-BB324D233571}" type="pres">
      <dgm:prSet presAssocID="{FE860934-4078-4C42-81B2-33A7C52534E3}" presName="composite" presStyleCnt="0"/>
      <dgm:spPr/>
    </dgm:pt>
    <dgm:pt modelId="{1EEC6A6A-7692-4330-8D8C-B07278320B69}" type="pres">
      <dgm:prSet presAssocID="{FE860934-4078-4C42-81B2-33A7C52534E3}" presName="background" presStyleLbl="node0" presStyleIdx="2" presStyleCnt="3"/>
      <dgm:spPr/>
    </dgm:pt>
    <dgm:pt modelId="{097809E9-7375-46D5-B3DF-D9F4B9B552AF}" type="pres">
      <dgm:prSet presAssocID="{FE860934-4078-4C42-81B2-33A7C52534E3}" presName="text" presStyleLbl="fgAcc0" presStyleIdx="2" presStyleCnt="3">
        <dgm:presLayoutVars>
          <dgm:chPref val="3"/>
        </dgm:presLayoutVars>
      </dgm:prSet>
      <dgm:spPr/>
    </dgm:pt>
    <dgm:pt modelId="{168F128C-58D4-45B8-9183-92D1FFB25655}" type="pres">
      <dgm:prSet presAssocID="{FE860934-4078-4C42-81B2-33A7C52534E3}" presName="hierChild2" presStyleCnt="0"/>
      <dgm:spPr/>
    </dgm:pt>
  </dgm:ptLst>
  <dgm:cxnLst>
    <dgm:cxn modelId="{5443BC01-F49B-4389-9F19-487A1A2F0D63}" type="presOf" srcId="{8C090491-E002-4A7E-9930-26467239417B}" destId="{E578054A-AA98-4FB7-ACAC-85F9051229E7}" srcOrd="0" destOrd="0" presId="urn:microsoft.com/office/officeart/2005/8/layout/hierarchy1"/>
    <dgm:cxn modelId="{AB6D4B08-926B-489E-ABD1-469DBE1F4D61}" srcId="{8F4B98DB-438E-42C1-9E5D-4FFB64B6429E}" destId="{6F43CDF8-DFC7-4732-AB1A-8EA624294345}" srcOrd="0" destOrd="0" parTransId="{7FDE1050-4A32-4C51-BC1B-20EE92D650B6}" sibTransId="{8DC0A5D5-6E58-4CAA-B1C3-00B5CB908F1B}"/>
    <dgm:cxn modelId="{E5A9640A-6127-4110-B750-1FB685313427}" type="presOf" srcId="{8F4B98DB-438E-42C1-9E5D-4FFB64B6429E}" destId="{A9559E76-D692-4828-B599-987133B9AB84}" srcOrd="0" destOrd="0" presId="urn:microsoft.com/office/officeart/2005/8/layout/hierarchy1"/>
    <dgm:cxn modelId="{75D7228C-CBEA-4643-9843-081C86A0C758}" type="presOf" srcId="{FE860934-4078-4C42-81B2-33A7C52534E3}" destId="{097809E9-7375-46D5-B3DF-D9F4B9B552AF}" srcOrd="0" destOrd="0" presId="urn:microsoft.com/office/officeart/2005/8/layout/hierarchy1"/>
    <dgm:cxn modelId="{317F2392-3096-4CAC-A60D-7CB11EEA3D47}" srcId="{8F4B98DB-438E-42C1-9E5D-4FFB64B6429E}" destId="{FE860934-4078-4C42-81B2-33A7C52534E3}" srcOrd="2" destOrd="0" parTransId="{B4ECE2B2-C1FB-4021-A778-08D4636619CC}" sibTransId="{652B44E8-1FC2-4594-985D-D133F7457983}"/>
    <dgm:cxn modelId="{6D59EBE1-E1FF-457F-92F0-14BB76C3CF30}" type="presOf" srcId="{6F43CDF8-DFC7-4732-AB1A-8EA624294345}" destId="{2C7AD5F2-A624-4B89-999C-4CE594DFF0D1}" srcOrd="0" destOrd="0" presId="urn:microsoft.com/office/officeart/2005/8/layout/hierarchy1"/>
    <dgm:cxn modelId="{A3B67BF1-6E26-4A77-B6A7-5C9A63FC26A2}" srcId="{8F4B98DB-438E-42C1-9E5D-4FFB64B6429E}" destId="{8C090491-E002-4A7E-9930-26467239417B}" srcOrd="1" destOrd="0" parTransId="{48D2A754-C5F1-460C-BF01-1DCF31A4A2E1}" sibTransId="{BE83E7FA-B805-45CA-A474-DE223C7D2B43}"/>
    <dgm:cxn modelId="{4B600A31-DC55-4875-AB67-557BFCB00B9C}" type="presParOf" srcId="{A9559E76-D692-4828-B599-987133B9AB84}" destId="{06157647-7C6D-470B-BA7A-E31ED157BB9F}" srcOrd="0" destOrd="0" presId="urn:microsoft.com/office/officeart/2005/8/layout/hierarchy1"/>
    <dgm:cxn modelId="{56837C65-8E6D-4F3B-B6ED-8F63E4CD2476}" type="presParOf" srcId="{06157647-7C6D-470B-BA7A-E31ED157BB9F}" destId="{EED17F40-C129-4B1C-A08D-C6136BDC22D2}" srcOrd="0" destOrd="0" presId="urn:microsoft.com/office/officeart/2005/8/layout/hierarchy1"/>
    <dgm:cxn modelId="{CAE493C4-5ACB-4EF7-9D5D-5EE814D9ADD2}" type="presParOf" srcId="{EED17F40-C129-4B1C-A08D-C6136BDC22D2}" destId="{CB8AE8EE-9675-4A05-A7CF-695CB75430AA}" srcOrd="0" destOrd="0" presId="urn:microsoft.com/office/officeart/2005/8/layout/hierarchy1"/>
    <dgm:cxn modelId="{B8B6DA95-EE5D-4EEE-88C2-895198A64CCB}" type="presParOf" srcId="{EED17F40-C129-4B1C-A08D-C6136BDC22D2}" destId="{2C7AD5F2-A624-4B89-999C-4CE594DFF0D1}" srcOrd="1" destOrd="0" presId="urn:microsoft.com/office/officeart/2005/8/layout/hierarchy1"/>
    <dgm:cxn modelId="{68459D09-9D69-4F9F-B71C-A423C2A13936}" type="presParOf" srcId="{06157647-7C6D-470B-BA7A-E31ED157BB9F}" destId="{666828AC-70FB-4E3E-BD43-6D4E0E437D69}" srcOrd="1" destOrd="0" presId="urn:microsoft.com/office/officeart/2005/8/layout/hierarchy1"/>
    <dgm:cxn modelId="{16EDAA3B-7150-41D1-A915-616E4E27AD29}" type="presParOf" srcId="{A9559E76-D692-4828-B599-987133B9AB84}" destId="{107DCB6B-6EA5-4127-87A9-D51B59C0265A}" srcOrd="1" destOrd="0" presId="urn:microsoft.com/office/officeart/2005/8/layout/hierarchy1"/>
    <dgm:cxn modelId="{30053AF2-0E2E-4E79-B51A-87C341CD36C8}" type="presParOf" srcId="{107DCB6B-6EA5-4127-87A9-D51B59C0265A}" destId="{C5B21EAD-B075-4B21-BEF8-956A313572EF}" srcOrd="0" destOrd="0" presId="urn:microsoft.com/office/officeart/2005/8/layout/hierarchy1"/>
    <dgm:cxn modelId="{119F86DF-BBEF-4DD0-B074-886E11000145}" type="presParOf" srcId="{C5B21EAD-B075-4B21-BEF8-956A313572EF}" destId="{915D8375-85FE-4983-9E67-D432E7EEE362}" srcOrd="0" destOrd="0" presId="urn:microsoft.com/office/officeart/2005/8/layout/hierarchy1"/>
    <dgm:cxn modelId="{EB7853D1-A749-4DDF-9D72-5B7D8A4AA5A0}" type="presParOf" srcId="{C5B21EAD-B075-4B21-BEF8-956A313572EF}" destId="{E578054A-AA98-4FB7-ACAC-85F9051229E7}" srcOrd="1" destOrd="0" presId="urn:microsoft.com/office/officeart/2005/8/layout/hierarchy1"/>
    <dgm:cxn modelId="{960C6DAF-EC53-4C40-A319-168838FFFC54}" type="presParOf" srcId="{107DCB6B-6EA5-4127-87A9-D51B59C0265A}" destId="{5B62366D-5DB3-45B3-AC2A-D0346C23C6AD}" srcOrd="1" destOrd="0" presId="urn:microsoft.com/office/officeart/2005/8/layout/hierarchy1"/>
    <dgm:cxn modelId="{7335A1A2-D343-4187-8372-A07806486FEA}" type="presParOf" srcId="{A9559E76-D692-4828-B599-987133B9AB84}" destId="{8239974D-1B5E-4317-8EFC-8FF93D372868}" srcOrd="2" destOrd="0" presId="urn:microsoft.com/office/officeart/2005/8/layout/hierarchy1"/>
    <dgm:cxn modelId="{CAF1B517-4547-4521-9E59-D9C2171D9552}" type="presParOf" srcId="{8239974D-1B5E-4317-8EFC-8FF93D372868}" destId="{416D983C-A51D-4BA7-9374-BB324D233571}" srcOrd="0" destOrd="0" presId="urn:microsoft.com/office/officeart/2005/8/layout/hierarchy1"/>
    <dgm:cxn modelId="{E9E9111C-9BDD-45E0-8BA4-F0BB45F756A6}" type="presParOf" srcId="{416D983C-A51D-4BA7-9374-BB324D233571}" destId="{1EEC6A6A-7692-4330-8D8C-B07278320B69}" srcOrd="0" destOrd="0" presId="urn:microsoft.com/office/officeart/2005/8/layout/hierarchy1"/>
    <dgm:cxn modelId="{C850B22A-FDDE-4F3A-9DC1-0839BF4C3869}" type="presParOf" srcId="{416D983C-A51D-4BA7-9374-BB324D233571}" destId="{097809E9-7375-46D5-B3DF-D9F4B9B552AF}" srcOrd="1" destOrd="0" presId="urn:microsoft.com/office/officeart/2005/8/layout/hierarchy1"/>
    <dgm:cxn modelId="{B3D77A36-75BB-490B-A2FA-E71414692576}" type="presParOf" srcId="{8239974D-1B5E-4317-8EFC-8FF93D372868}" destId="{168F128C-58D4-45B8-9183-92D1FFB2565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94FD60-FE4A-4CA5-9E5D-A9E0DA470ECA}">
      <dsp:nvSpPr>
        <dsp:cNvPr id="0" name=""/>
        <dsp:cNvSpPr/>
      </dsp:nvSpPr>
      <dsp:spPr>
        <a:xfrm>
          <a:off x="928596" y="238938"/>
          <a:ext cx="1483312" cy="1483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00812F-07C5-425E-9CA2-0CFC944BBC13}">
      <dsp:nvSpPr>
        <dsp:cNvPr id="0" name=""/>
        <dsp:cNvSpPr/>
      </dsp:nvSpPr>
      <dsp:spPr>
        <a:xfrm>
          <a:off x="22128" y="2111172"/>
          <a:ext cx="329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E-commerce</a:t>
          </a:r>
          <a:endParaRPr lang="en-US" sz="2700" kern="1200" dirty="0"/>
        </a:p>
      </dsp:txBody>
      <dsp:txXfrm>
        <a:off x="22128" y="2111172"/>
        <a:ext cx="3296250" cy="720000"/>
      </dsp:txXfrm>
    </dsp:sp>
    <dsp:sp modelId="{04EBCE6B-410E-4E45-8E62-20819749AB73}">
      <dsp:nvSpPr>
        <dsp:cNvPr id="0" name=""/>
        <dsp:cNvSpPr/>
      </dsp:nvSpPr>
      <dsp:spPr>
        <a:xfrm>
          <a:off x="4801690" y="238938"/>
          <a:ext cx="1483312" cy="1483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3BCEDC-5AE5-4C64-AF6E-8E11008B15EA}">
      <dsp:nvSpPr>
        <dsp:cNvPr id="0" name=""/>
        <dsp:cNvSpPr/>
      </dsp:nvSpPr>
      <dsp:spPr>
        <a:xfrm>
          <a:off x="3895221" y="2111172"/>
          <a:ext cx="329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Website and Mobile App (electro)</a:t>
          </a:r>
          <a:endParaRPr lang="en-US" sz="2700" kern="1200" dirty="0"/>
        </a:p>
      </dsp:txBody>
      <dsp:txXfrm>
        <a:off x="3895221" y="2111172"/>
        <a:ext cx="329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882100-EE0D-4DEC-9D84-EBDEDD507EBB}">
      <dsp:nvSpPr>
        <dsp:cNvPr id="0" name=""/>
        <dsp:cNvSpPr/>
      </dsp:nvSpPr>
      <dsp:spPr>
        <a:xfrm rot="5400000">
          <a:off x="5189164" y="-1970499"/>
          <a:ext cx="1209687" cy="54531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Amazon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Noon</a:t>
          </a:r>
        </a:p>
      </dsp:txBody>
      <dsp:txXfrm rot="-5400000">
        <a:off x="3067416" y="210301"/>
        <a:ext cx="5394132" cy="1091583"/>
      </dsp:txXfrm>
    </dsp:sp>
    <dsp:sp modelId="{775B10B7-E383-497F-804D-5A0867EF2077}">
      <dsp:nvSpPr>
        <dsp:cNvPr id="0" name=""/>
        <dsp:cNvSpPr/>
      </dsp:nvSpPr>
      <dsp:spPr>
        <a:xfrm>
          <a:off x="0" y="37"/>
          <a:ext cx="3067416" cy="1512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/>
            <a:t>Competitors:</a:t>
          </a:r>
          <a:endParaRPr lang="en-US" sz="3100" kern="1200" dirty="0"/>
        </a:p>
      </dsp:txBody>
      <dsp:txXfrm>
        <a:off x="73815" y="73852"/>
        <a:ext cx="2919786" cy="1364479"/>
      </dsp:txXfrm>
    </dsp:sp>
    <dsp:sp modelId="{2A283182-E258-42B3-A937-D02F3CDA3A3C}">
      <dsp:nvSpPr>
        <dsp:cNvPr id="0" name=""/>
        <dsp:cNvSpPr/>
      </dsp:nvSpPr>
      <dsp:spPr>
        <a:xfrm rot="5400000">
          <a:off x="5189164" y="-382784"/>
          <a:ext cx="1209687" cy="54531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/>
            <a:t>Poor Web &amp; Mobile Sync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/>
            <a:t>Complicated UI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/>
            <a:t>Weak Search &amp; Filtering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b="0" kern="1200" dirty="0"/>
        </a:p>
      </dsp:txBody>
      <dsp:txXfrm rot="-5400000">
        <a:off x="3067416" y="1798016"/>
        <a:ext cx="5394132" cy="1091583"/>
      </dsp:txXfrm>
    </dsp:sp>
    <dsp:sp modelId="{05ADBBDC-056B-4E38-B36D-351AAA791E2C}">
      <dsp:nvSpPr>
        <dsp:cNvPr id="0" name=""/>
        <dsp:cNvSpPr/>
      </dsp:nvSpPr>
      <dsp:spPr>
        <a:xfrm>
          <a:off x="0" y="1587752"/>
          <a:ext cx="3067416" cy="1512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/>
            <a:t>Limitations of Existing Solutions:</a:t>
          </a:r>
          <a:endParaRPr lang="en-US" sz="3100" kern="1200" dirty="0"/>
        </a:p>
      </dsp:txBody>
      <dsp:txXfrm>
        <a:off x="73815" y="1661567"/>
        <a:ext cx="2919786" cy="13644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718136-3BA3-40FB-B08C-C6D5B0EFB57E}">
      <dsp:nvSpPr>
        <dsp:cNvPr id="0" name=""/>
        <dsp:cNvSpPr/>
      </dsp:nvSpPr>
      <dsp:spPr>
        <a:xfrm>
          <a:off x="805552" y="0"/>
          <a:ext cx="5602494" cy="7580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Our Solution &amp; Innovations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✅ Specialized E-Commerce Platform for Electronics</a:t>
          </a:r>
          <a:endParaRPr lang="en-US" sz="1600" b="0" kern="1200" dirty="0"/>
        </a:p>
      </dsp:txBody>
      <dsp:txXfrm>
        <a:off x="805552" y="0"/>
        <a:ext cx="5602494" cy="758069"/>
      </dsp:txXfrm>
    </dsp:sp>
    <dsp:sp modelId="{5475864E-7700-495A-9286-4B2CCB3FAA96}">
      <dsp:nvSpPr>
        <dsp:cNvPr id="0" name=""/>
        <dsp:cNvSpPr/>
      </dsp:nvSpPr>
      <dsp:spPr>
        <a:xfrm>
          <a:off x="277733" y="1045069"/>
          <a:ext cx="6658132" cy="30060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🔹 How It Solves the Problem: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i="0" kern="1200" dirty="0"/>
            <a:t>Seamless Cross-Platform Experience </a:t>
          </a:r>
          <a:r>
            <a:rPr lang="en-US" sz="1500" b="0" i="0" kern="1200" dirty="0"/>
            <a:t>– Smooth transition   between web &amp; mobile.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i="0" kern="1200" dirty="0"/>
            <a:t>User-Friendly Interface</a:t>
          </a:r>
          <a:r>
            <a:rPr lang="en-US" sz="1500" b="0" i="0" kern="1200" dirty="0"/>
            <a:t> – Intuitive design for effortless shopping.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i="0" kern="1200" dirty="0"/>
            <a:t>Advanced Search &amp; Filtering </a:t>
          </a:r>
          <a:r>
            <a:rPr lang="en-US" sz="1500" b="0" i="0" kern="1200" dirty="0"/>
            <a:t>– Find electronics easily by brand, price, specs.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i="0" kern="1200" dirty="0"/>
            <a:t>Detailed Product Info</a:t>
          </a:r>
          <a:r>
            <a:rPr lang="en-US" sz="1500" b="0" i="0" kern="1200" dirty="0"/>
            <a:t> – High-quality images, specs, and reviews for informed decisions.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i="0" kern="1200" dirty="0"/>
            <a:t>Secure Transactions </a:t>
          </a:r>
          <a:r>
            <a:rPr lang="en-US" sz="1500" b="0" i="0" kern="1200" dirty="0"/>
            <a:t>– Safe payments via Stripe, PayPal &amp; strong authentication.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i="0" kern="1200" dirty="0"/>
            <a:t>AI recommendation system</a:t>
          </a:r>
          <a:r>
            <a:rPr lang="en-US" sz="1500" b="0" i="0" kern="1200" dirty="0"/>
            <a:t> - to improve the user experiences and same time of searching </a:t>
          </a:r>
          <a:endParaRPr lang="en-US" sz="1500" kern="1200" dirty="0"/>
        </a:p>
      </dsp:txBody>
      <dsp:txXfrm>
        <a:off x="277733" y="1045069"/>
        <a:ext cx="6658132" cy="30060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D236EA-A29C-4424-AD0E-61B6895F7669}">
      <dsp:nvSpPr>
        <dsp:cNvPr id="0" name=""/>
        <dsp:cNvSpPr/>
      </dsp:nvSpPr>
      <dsp:spPr>
        <a:xfrm>
          <a:off x="470268" y="179731"/>
          <a:ext cx="616992" cy="6169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C55752-B50B-4899-9CE2-AAE1533A71AE}">
      <dsp:nvSpPr>
        <dsp:cNvPr id="0" name=""/>
        <dsp:cNvSpPr/>
      </dsp:nvSpPr>
      <dsp:spPr>
        <a:xfrm>
          <a:off x="93217" y="1003525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Excel – </a:t>
          </a:r>
          <a:r>
            <a:rPr lang="en-US" sz="1300" kern="1200"/>
            <a:t>cleaning Data</a:t>
          </a:r>
        </a:p>
      </dsp:txBody>
      <dsp:txXfrm>
        <a:off x="93217" y="1003525"/>
        <a:ext cx="1371093" cy="548437"/>
      </dsp:txXfrm>
    </dsp:sp>
    <dsp:sp modelId="{BC00F1D7-6B77-4988-8E69-F5CB4AB936AE}">
      <dsp:nvSpPr>
        <dsp:cNvPr id="0" name=""/>
        <dsp:cNvSpPr/>
      </dsp:nvSpPr>
      <dsp:spPr>
        <a:xfrm>
          <a:off x="2081303" y="179731"/>
          <a:ext cx="616992" cy="6169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CECFD1-917A-4536-B56F-E5BD42228A93}">
      <dsp:nvSpPr>
        <dsp:cNvPr id="0" name=""/>
        <dsp:cNvSpPr/>
      </dsp:nvSpPr>
      <dsp:spPr>
        <a:xfrm>
          <a:off x="1704253" y="1003525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Power BI – </a:t>
          </a:r>
          <a:r>
            <a:rPr lang="en-US" sz="1300" kern="1200"/>
            <a:t>Data Visualization</a:t>
          </a:r>
        </a:p>
      </dsp:txBody>
      <dsp:txXfrm>
        <a:off x="1704253" y="1003525"/>
        <a:ext cx="1371093" cy="548437"/>
      </dsp:txXfrm>
    </dsp:sp>
    <dsp:sp modelId="{7DF77A39-DB60-48D1-A546-8D671276691A}">
      <dsp:nvSpPr>
        <dsp:cNvPr id="0" name=""/>
        <dsp:cNvSpPr/>
      </dsp:nvSpPr>
      <dsp:spPr>
        <a:xfrm>
          <a:off x="3692339" y="179731"/>
          <a:ext cx="616992" cy="6169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A85F83-F17D-47E2-9707-EC3DD3AD7174}">
      <dsp:nvSpPr>
        <dsp:cNvPr id="0" name=""/>
        <dsp:cNvSpPr/>
      </dsp:nvSpPr>
      <dsp:spPr>
        <a:xfrm>
          <a:off x="3315288" y="1003525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SQL – </a:t>
          </a:r>
          <a:r>
            <a:rPr lang="en-US" sz="1300" kern="1200"/>
            <a:t>Export Data</a:t>
          </a:r>
        </a:p>
      </dsp:txBody>
      <dsp:txXfrm>
        <a:off x="3315288" y="1003525"/>
        <a:ext cx="1371093" cy="548437"/>
      </dsp:txXfrm>
    </dsp:sp>
    <dsp:sp modelId="{D9049763-F78C-4D2D-925B-F26F0B159D13}">
      <dsp:nvSpPr>
        <dsp:cNvPr id="0" name=""/>
        <dsp:cNvSpPr/>
      </dsp:nvSpPr>
      <dsp:spPr>
        <a:xfrm>
          <a:off x="470268" y="1894736"/>
          <a:ext cx="616992" cy="6169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C17D16-8CF3-480C-BEB7-23B50BCD139A}">
      <dsp:nvSpPr>
        <dsp:cNvPr id="0" name=""/>
        <dsp:cNvSpPr/>
      </dsp:nvSpPr>
      <dsp:spPr>
        <a:xfrm>
          <a:off x="93217" y="2718530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Numpy</a:t>
          </a:r>
          <a:r>
            <a:rPr lang="en-US" sz="1300" kern="1200"/>
            <a:t> - Data preprocessing</a:t>
          </a:r>
        </a:p>
      </dsp:txBody>
      <dsp:txXfrm>
        <a:off x="93217" y="2718530"/>
        <a:ext cx="1371093" cy="548437"/>
      </dsp:txXfrm>
    </dsp:sp>
    <dsp:sp modelId="{BE753723-6DF9-446E-81EC-792CB7F9931B}">
      <dsp:nvSpPr>
        <dsp:cNvPr id="0" name=""/>
        <dsp:cNvSpPr/>
      </dsp:nvSpPr>
      <dsp:spPr>
        <a:xfrm>
          <a:off x="2081303" y="1894736"/>
          <a:ext cx="616992" cy="61699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EF5481-7B82-4693-9674-E0ED9DFD39E4}">
      <dsp:nvSpPr>
        <dsp:cNvPr id="0" name=""/>
        <dsp:cNvSpPr/>
      </dsp:nvSpPr>
      <dsp:spPr>
        <a:xfrm>
          <a:off x="1704253" y="2718530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Pandas </a:t>
          </a:r>
          <a:r>
            <a:rPr lang="en-US" sz="1300" kern="1200"/>
            <a:t>- Data manipulation</a:t>
          </a:r>
        </a:p>
      </dsp:txBody>
      <dsp:txXfrm>
        <a:off x="1704253" y="2718530"/>
        <a:ext cx="1371093" cy="548437"/>
      </dsp:txXfrm>
    </dsp:sp>
    <dsp:sp modelId="{C979AAF7-0DD3-4998-9DF7-DF2B04A1D3B7}">
      <dsp:nvSpPr>
        <dsp:cNvPr id="0" name=""/>
        <dsp:cNvSpPr/>
      </dsp:nvSpPr>
      <dsp:spPr>
        <a:xfrm>
          <a:off x="3692339" y="1894736"/>
          <a:ext cx="616992" cy="61699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E78E20-BAD2-45B5-8AAD-0BFB7110873C}">
      <dsp:nvSpPr>
        <dsp:cNvPr id="0" name=""/>
        <dsp:cNvSpPr/>
      </dsp:nvSpPr>
      <dsp:spPr>
        <a:xfrm>
          <a:off x="3315288" y="2718530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Matplotlib </a:t>
          </a:r>
          <a:r>
            <a:rPr lang="en-US" sz="1300" kern="1200"/>
            <a:t>- Data Visualization</a:t>
          </a:r>
        </a:p>
      </dsp:txBody>
      <dsp:txXfrm>
        <a:off x="3315288" y="2718530"/>
        <a:ext cx="1371093" cy="54843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16AD13-6A36-4401-89FC-E8BEE590FC69}">
      <dsp:nvSpPr>
        <dsp:cNvPr id="0" name=""/>
        <dsp:cNvSpPr/>
      </dsp:nvSpPr>
      <dsp:spPr>
        <a:xfrm>
          <a:off x="0" y="0"/>
          <a:ext cx="5770880" cy="67542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Inventory Management: </a:t>
          </a:r>
          <a:r>
            <a:rPr lang="en-US" sz="1800" kern="1200"/>
            <a:t>Stock popular items, reduce underperforming products.</a:t>
          </a:r>
        </a:p>
      </dsp:txBody>
      <dsp:txXfrm>
        <a:off x="19782" y="19782"/>
        <a:ext cx="4984972" cy="635860"/>
      </dsp:txXfrm>
    </dsp:sp>
    <dsp:sp modelId="{23FE089F-4A99-4EAC-993D-EBBFFFCAB270}">
      <dsp:nvSpPr>
        <dsp:cNvPr id="0" name=""/>
        <dsp:cNvSpPr/>
      </dsp:nvSpPr>
      <dsp:spPr>
        <a:xfrm>
          <a:off x="483311" y="798228"/>
          <a:ext cx="5770880" cy="67542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Customer Retention: </a:t>
          </a:r>
          <a:r>
            <a:rPr lang="en-US" sz="1800" kern="1200"/>
            <a:t>Personalized offers, loyalty programs.</a:t>
          </a:r>
        </a:p>
      </dsp:txBody>
      <dsp:txXfrm>
        <a:off x="503093" y="818010"/>
        <a:ext cx="4808978" cy="635860"/>
      </dsp:txXfrm>
    </dsp:sp>
    <dsp:sp modelId="{8B9DAAE1-D80D-4AB3-8221-97A602A8A2A7}">
      <dsp:nvSpPr>
        <dsp:cNvPr id="0" name=""/>
        <dsp:cNvSpPr/>
      </dsp:nvSpPr>
      <dsp:spPr>
        <a:xfrm>
          <a:off x="959408" y="1596457"/>
          <a:ext cx="5770880" cy="67542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Marketing Strategy: </a:t>
          </a:r>
          <a:r>
            <a:rPr lang="en-US" sz="1800" kern="1200"/>
            <a:t>Focus on high-ROI channels, optimize ad spend.</a:t>
          </a:r>
        </a:p>
      </dsp:txBody>
      <dsp:txXfrm>
        <a:off x="979190" y="1616239"/>
        <a:ext cx="4816192" cy="635860"/>
      </dsp:txXfrm>
    </dsp:sp>
    <dsp:sp modelId="{4CDD172E-B3B0-44E3-A788-80AC9DFA824B}">
      <dsp:nvSpPr>
        <dsp:cNvPr id="0" name=""/>
        <dsp:cNvSpPr/>
      </dsp:nvSpPr>
      <dsp:spPr>
        <a:xfrm>
          <a:off x="1442720" y="2394686"/>
          <a:ext cx="5770880" cy="67542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Website Optimization: </a:t>
          </a:r>
          <a:r>
            <a:rPr lang="en-US" sz="1800" kern="1200"/>
            <a:t>Improve UX/UI to increase conversion rates.</a:t>
          </a:r>
        </a:p>
      </dsp:txBody>
      <dsp:txXfrm>
        <a:off x="1462502" y="2414468"/>
        <a:ext cx="4808978" cy="635860"/>
      </dsp:txXfrm>
    </dsp:sp>
    <dsp:sp modelId="{A920289E-EE3C-45EB-95FB-36BF655F9907}">
      <dsp:nvSpPr>
        <dsp:cNvPr id="0" name=""/>
        <dsp:cNvSpPr/>
      </dsp:nvSpPr>
      <dsp:spPr>
        <a:xfrm>
          <a:off x="5331854" y="517313"/>
          <a:ext cx="439025" cy="43902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430635" y="517313"/>
        <a:ext cx="241463" cy="330366"/>
      </dsp:txXfrm>
    </dsp:sp>
    <dsp:sp modelId="{24F175C7-B255-48E0-9B34-FBE8C807734F}">
      <dsp:nvSpPr>
        <dsp:cNvPr id="0" name=""/>
        <dsp:cNvSpPr/>
      </dsp:nvSpPr>
      <dsp:spPr>
        <a:xfrm>
          <a:off x="5815165" y="1315542"/>
          <a:ext cx="439025" cy="43902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913946" y="1315542"/>
        <a:ext cx="241463" cy="330366"/>
      </dsp:txXfrm>
    </dsp:sp>
    <dsp:sp modelId="{2298C8D1-C4A4-4183-9EF8-CA31ACA0B5A2}">
      <dsp:nvSpPr>
        <dsp:cNvPr id="0" name=""/>
        <dsp:cNvSpPr/>
      </dsp:nvSpPr>
      <dsp:spPr>
        <a:xfrm>
          <a:off x="6291262" y="2113771"/>
          <a:ext cx="439025" cy="439025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390043" y="2113771"/>
        <a:ext cx="241463" cy="33036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F8866C-0B7D-493D-BA01-758F105CB49A}">
      <dsp:nvSpPr>
        <dsp:cNvPr id="0" name=""/>
        <dsp:cNvSpPr/>
      </dsp:nvSpPr>
      <dsp:spPr>
        <a:xfrm>
          <a:off x="0" y="5458"/>
          <a:ext cx="6447234" cy="936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This technology uses computer vision and machine learning to analyze visual features like color, shape, and patterns to match products in the database.</a:t>
          </a:r>
        </a:p>
      </dsp:txBody>
      <dsp:txXfrm>
        <a:off x="45692" y="51150"/>
        <a:ext cx="6355850" cy="844616"/>
      </dsp:txXfrm>
    </dsp:sp>
    <dsp:sp modelId="{66A96CFD-FE3E-49D9-A6B4-81CAB75EB2E2}">
      <dsp:nvSpPr>
        <dsp:cNvPr id="0" name=""/>
        <dsp:cNvSpPr/>
      </dsp:nvSpPr>
      <dsp:spPr>
        <a:xfrm>
          <a:off x="0" y="987538"/>
          <a:ext cx="6447234" cy="9360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It enhances user experience by making product discovery faster and more intuitive, especially for fashion, home decor, and accessories. </a:t>
          </a:r>
        </a:p>
      </dsp:txBody>
      <dsp:txXfrm>
        <a:off x="45692" y="1033230"/>
        <a:ext cx="6355850" cy="844616"/>
      </dsp:txXfrm>
    </dsp:sp>
    <dsp:sp modelId="{2716FD8E-ECC2-4E88-8887-AA626DE021AA}">
      <dsp:nvSpPr>
        <dsp:cNvPr id="0" name=""/>
        <dsp:cNvSpPr/>
      </dsp:nvSpPr>
      <dsp:spPr>
        <a:xfrm>
          <a:off x="0" y="1969618"/>
          <a:ext cx="6447234" cy="9360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This feature reduces search friction, improves conversion rates, and enhances personalized shopping experiences.</a:t>
          </a:r>
        </a:p>
      </dsp:txBody>
      <dsp:txXfrm>
        <a:off x="45692" y="2015310"/>
        <a:ext cx="6355850" cy="84461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AE8EE-9675-4A05-A7CF-695CB75430AA}">
      <dsp:nvSpPr>
        <dsp:cNvPr id="0" name=""/>
        <dsp:cNvSpPr/>
      </dsp:nvSpPr>
      <dsp:spPr>
        <a:xfrm>
          <a:off x="0" y="783826"/>
          <a:ext cx="2028824" cy="12883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7AD5F2-A624-4B89-999C-4CE594DFF0D1}">
      <dsp:nvSpPr>
        <dsp:cNvPr id="0" name=""/>
        <dsp:cNvSpPr/>
      </dsp:nvSpPr>
      <dsp:spPr>
        <a:xfrm>
          <a:off x="225425" y="997980"/>
          <a:ext cx="2028824" cy="1288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project aims to provide a robust, AI-powered e-commerce platform.</a:t>
          </a:r>
        </a:p>
      </dsp:txBody>
      <dsp:txXfrm>
        <a:off x="263158" y="1035713"/>
        <a:ext cx="1953358" cy="1212837"/>
      </dsp:txXfrm>
    </dsp:sp>
    <dsp:sp modelId="{915D8375-85FE-4983-9E67-D432E7EEE362}">
      <dsp:nvSpPr>
        <dsp:cNvPr id="0" name=""/>
        <dsp:cNvSpPr/>
      </dsp:nvSpPr>
      <dsp:spPr>
        <a:xfrm>
          <a:off x="2479675" y="783826"/>
          <a:ext cx="2028824" cy="12883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78054A-AA98-4FB7-ACAC-85F9051229E7}">
      <dsp:nvSpPr>
        <dsp:cNvPr id="0" name=""/>
        <dsp:cNvSpPr/>
      </dsp:nvSpPr>
      <dsp:spPr>
        <a:xfrm>
          <a:off x="2705100" y="997980"/>
          <a:ext cx="2028824" cy="1288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Current focus: completing backend integration and AI recommendation system.</a:t>
          </a:r>
        </a:p>
      </dsp:txBody>
      <dsp:txXfrm>
        <a:off x="2742833" y="1035713"/>
        <a:ext cx="1953358" cy="1212837"/>
      </dsp:txXfrm>
    </dsp:sp>
    <dsp:sp modelId="{1EEC6A6A-7692-4330-8D8C-B07278320B69}">
      <dsp:nvSpPr>
        <dsp:cNvPr id="0" name=""/>
        <dsp:cNvSpPr/>
      </dsp:nvSpPr>
      <dsp:spPr>
        <a:xfrm>
          <a:off x="4959349" y="783826"/>
          <a:ext cx="2028824" cy="12883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7809E9-7375-46D5-B3DF-D9F4B9B552AF}">
      <dsp:nvSpPr>
        <dsp:cNvPr id="0" name=""/>
        <dsp:cNvSpPr/>
      </dsp:nvSpPr>
      <dsp:spPr>
        <a:xfrm>
          <a:off x="5184774" y="997980"/>
          <a:ext cx="2028824" cy="1288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Future plans: expand features, integrate multi-vendor support, and enhance security measures.</a:t>
          </a:r>
        </a:p>
      </dsp:txBody>
      <dsp:txXfrm>
        <a:off x="5222507" y="1035713"/>
        <a:ext cx="1953358" cy="12128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1" name="Google Shape;361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" name="Google Shape;377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0" name="Google Shape;42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4" name="Google Shape;45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 smtClean="0"/>
              <a:t>‹#›</a:t>
            </a:fld>
            <a:endParaRPr lang="az"/>
          </a:p>
        </p:txBody>
      </p:sp>
    </p:spTree>
    <p:extLst>
      <p:ext uri="{BB962C8B-B14F-4D97-AF65-F5344CB8AC3E}">
        <p14:creationId xmlns:p14="http://schemas.microsoft.com/office/powerpoint/2010/main" val="688587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 smtClean="0"/>
              <a:t>‹#›</a:t>
            </a:fld>
            <a:endParaRPr lang="az"/>
          </a:p>
        </p:txBody>
      </p:sp>
    </p:spTree>
    <p:extLst>
      <p:ext uri="{BB962C8B-B14F-4D97-AF65-F5344CB8AC3E}">
        <p14:creationId xmlns:p14="http://schemas.microsoft.com/office/powerpoint/2010/main" val="2644740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 smtClean="0"/>
              <a:t>‹#›</a:t>
            </a:fld>
            <a:endParaRPr lang="az"/>
          </a:p>
        </p:txBody>
      </p:sp>
    </p:spTree>
    <p:extLst>
      <p:ext uri="{BB962C8B-B14F-4D97-AF65-F5344CB8AC3E}">
        <p14:creationId xmlns:p14="http://schemas.microsoft.com/office/powerpoint/2010/main" val="2167942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 smtClean="0"/>
              <a:t>‹#›</a:t>
            </a:fld>
            <a:endParaRPr lang="az"/>
          </a:p>
        </p:txBody>
      </p:sp>
    </p:spTree>
    <p:extLst>
      <p:ext uri="{BB962C8B-B14F-4D97-AF65-F5344CB8AC3E}">
        <p14:creationId xmlns:p14="http://schemas.microsoft.com/office/powerpoint/2010/main" val="182075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 smtClean="0"/>
              <a:t>‹#›</a:t>
            </a:fld>
            <a:endParaRPr lang="az"/>
          </a:p>
        </p:txBody>
      </p:sp>
    </p:spTree>
    <p:extLst>
      <p:ext uri="{BB962C8B-B14F-4D97-AF65-F5344CB8AC3E}">
        <p14:creationId xmlns:p14="http://schemas.microsoft.com/office/powerpoint/2010/main" val="16917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 smtClean="0"/>
              <a:t>‹#›</a:t>
            </a:fld>
            <a:endParaRPr lang="az"/>
          </a:p>
        </p:txBody>
      </p:sp>
    </p:spTree>
    <p:extLst>
      <p:ext uri="{BB962C8B-B14F-4D97-AF65-F5344CB8AC3E}">
        <p14:creationId xmlns:p14="http://schemas.microsoft.com/office/powerpoint/2010/main" val="1622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 smtClean="0"/>
              <a:t>‹#›</a:t>
            </a:fld>
            <a:endParaRPr lang="az"/>
          </a:p>
        </p:txBody>
      </p:sp>
    </p:spTree>
    <p:extLst>
      <p:ext uri="{BB962C8B-B14F-4D97-AF65-F5344CB8AC3E}">
        <p14:creationId xmlns:p14="http://schemas.microsoft.com/office/powerpoint/2010/main" val="3162006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 smtClean="0"/>
              <a:t>‹#›</a:t>
            </a:fld>
            <a:endParaRPr lang="az"/>
          </a:p>
        </p:txBody>
      </p:sp>
    </p:spTree>
    <p:extLst>
      <p:ext uri="{BB962C8B-B14F-4D97-AF65-F5344CB8AC3E}">
        <p14:creationId xmlns:p14="http://schemas.microsoft.com/office/powerpoint/2010/main" val="2340597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 smtClean="0"/>
              <a:t>‹#›</a:t>
            </a:fld>
            <a:endParaRPr lang="az"/>
          </a:p>
        </p:txBody>
      </p:sp>
    </p:spTree>
    <p:extLst>
      <p:ext uri="{BB962C8B-B14F-4D97-AF65-F5344CB8AC3E}">
        <p14:creationId xmlns:p14="http://schemas.microsoft.com/office/powerpoint/2010/main" val="2929073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 smtClean="0"/>
              <a:t>‹#›</a:t>
            </a:fld>
            <a:endParaRPr lang="az"/>
          </a:p>
        </p:txBody>
      </p:sp>
    </p:spTree>
    <p:extLst>
      <p:ext uri="{BB962C8B-B14F-4D97-AF65-F5344CB8AC3E}">
        <p14:creationId xmlns:p14="http://schemas.microsoft.com/office/powerpoint/2010/main" val="611095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 smtClean="0"/>
              <a:t>‹#›</a:t>
            </a:fld>
            <a:endParaRPr lang="az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4949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 smtClean="0"/>
              <a:t>‹#›</a:t>
            </a:fld>
            <a:endParaRPr lang="az"/>
          </a:p>
        </p:txBody>
      </p:sp>
    </p:spTree>
    <p:extLst>
      <p:ext uri="{BB962C8B-B14F-4D97-AF65-F5344CB8AC3E}">
        <p14:creationId xmlns:p14="http://schemas.microsoft.com/office/powerpoint/2010/main" val="1351483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 smtClean="0"/>
              <a:t>‹#›</a:t>
            </a:fld>
            <a:endParaRPr lang="az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85374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 smtClean="0"/>
              <a:t>‹#›</a:t>
            </a:fld>
            <a:endParaRPr lang="az"/>
          </a:p>
        </p:txBody>
      </p:sp>
    </p:spTree>
    <p:extLst>
      <p:ext uri="{BB962C8B-B14F-4D97-AF65-F5344CB8AC3E}">
        <p14:creationId xmlns:p14="http://schemas.microsoft.com/office/powerpoint/2010/main" val="1651478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 smtClean="0"/>
              <a:t>‹#›</a:t>
            </a:fld>
            <a:endParaRPr lang="az"/>
          </a:p>
        </p:txBody>
      </p:sp>
    </p:spTree>
    <p:extLst>
      <p:ext uri="{BB962C8B-B14F-4D97-AF65-F5344CB8AC3E}">
        <p14:creationId xmlns:p14="http://schemas.microsoft.com/office/powerpoint/2010/main" val="43107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 smtClean="0"/>
              <a:t>‹#›</a:t>
            </a:fld>
            <a:endParaRPr lang="az"/>
          </a:p>
        </p:txBody>
      </p:sp>
    </p:spTree>
    <p:extLst>
      <p:ext uri="{BB962C8B-B14F-4D97-AF65-F5344CB8AC3E}">
        <p14:creationId xmlns:p14="http://schemas.microsoft.com/office/powerpoint/2010/main" val="4113750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">
  <p:cSld name="Big number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400" b="1" i="0" u="none" strike="noStrike" cap="non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400" b="1" i="0" u="none" strike="noStrike" cap="non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400" b="1" i="0" u="none" strike="noStrike" cap="non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400" b="1" i="0" u="none" strike="noStrike" cap="non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400" b="1" i="0" u="none" strike="noStrike" cap="non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400" b="1" i="0" u="none" strike="noStrike" cap="non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400" b="1" i="0" u="none" strike="noStrike" cap="non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400" b="1" i="0" u="none" strike="noStrike" cap="non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400" b="1" i="0" u="none" strike="noStrike" cap="non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2178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9796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ne column text">
  <p:cSld name="One column tex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11620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point">
  <p:cSld name="Main poi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0497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 smtClean="0"/>
              <a:t>‹#›</a:t>
            </a:fld>
            <a:endParaRPr lang="az"/>
          </a:p>
        </p:txBody>
      </p:sp>
    </p:spTree>
    <p:extLst>
      <p:ext uri="{BB962C8B-B14F-4D97-AF65-F5344CB8AC3E}">
        <p14:creationId xmlns:p14="http://schemas.microsoft.com/office/powerpoint/2010/main" val="2322357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9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6.png"/><Relationship Id="rId11" Type="http://schemas.openxmlformats.org/officeDocument/2006/relationships/diagramColors" Target="../diagrams/colors4.xml"/><Relationship Id="rId5" Type="http://schemas.openxmlformats.org/officeDocument/2006/relationships/image" Target="../media/image45.png"/><Relationship Id="rId10" Type="http://schemas.openxmlformats.org/officeDocument/2006/relationships/diagramQuickStyle" Target="../diagrams/quickStyle4.xml"/><Relationship Id="rId4" Type="http://schemas.openxmlformats.org/officeDocument/2006/relationships/image" Target="../media/image44.png"/><Relationship Id="rId9" Type="http://schemas.openxmlformats.org/officeDocument/2006/relationships/diagramLayout" Target="../diagrams/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1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6350"/>
            <a:ext cx="9144001" cy="5149850"/>
            <a:chOff x="0" y="-8467"/>
            <a:chExt cx="12192000" cy="6866467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7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0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2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4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6" name="Isosceles Triangle 85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7" name="Isosceles Triangle 86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4249615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5" name="Isosceles Triangle 84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3009900"/>
            <a:ext cx="336550" cy="21336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4" name="Google Shape;62;p13">
            <a:extLst>
              <a:ext uri="{FF2B5EF4-FFF2-40B4-BE49-F238E27FC236}">
                <a16:creationId xmlns:a16="http://schemas.microsoft.com/office/drawing/2014/main" id="{9B9E3545-019B-43EF-6D5B-2497E24B19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35700"/>
              </p:ext>
            </p:extLst>
          </p:nvPr>
        </p:nvGraphicFramePr>
        <p:xfrm>
          <a:off x="965199" y="1461407"/>
          <a:ext cx="7213600" cy="30701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6350"/>
            <a:ext cx="9144001" cy="5149850"/>
            <a:chOff x="0" y="-8467"/>
            <a:chExt cx="12192000" cy="686646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783C067-F8BF-4755-B516-8A0CD74C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9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2ED796EC-E7FF-46DB-B912-FB08BF12A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4249615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549A2DAB-B431-487D-95AD-BB0FECB4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03900" y="2863850"/>
            <a:ext cx="3337719" cy="2279650"/>
          </a:xfrm>
          <a:prstGeom prst="triangle">
            <a:avLst>
              <a:gd name="adj" fmla="val 100000"/>
            </a:avLst>
          </a:prstGeom>
          <a:solidFill>
            <a:schemeClr val="accent1"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9230" y="0"/>
            <a:ext cx="1324770" cy="51435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5ECDEE1-7093-418F-9CF5-24EEB115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00950" y="0"/>
            <a:ext cx="1295400" cy="51435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45062AF-EB11-4651-BC4A-4DA21768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2761059"/>
            <a:ext cx="3572668" cy="2382441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Google Shape;67;p14">
            <a:extLst>
              <a:ext uri="{FF2B5EF4-FFF2-40B4-BE49-F238E27FC236}">
                <a16:creationId xmlns:a16="http://schemas.microsoft.com/office/drawing/2014/main" id="{767CCD3E-AC56-2A2F-0EB5-CEB7A92AD5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447124"/>
              </p:ext>
            </p:extLst>
          </p:nvPr>
        </p:nvGraphicFramePr>
        <p:xfrm>
          <a:off x="952500" y="183250"/>
          <a:ext cx="7239000" cy="3306900"/>
        </p:xfrm>
        <a:graphic>
          <a:graphicData uri="http://schemas.openxmlformats.org/drawingml/2006/table">
            <a:tbl>
              <a:tblPr>
                <a:noFill/>
                <a:tableStyleId>{6AAEEBB2-13CE-454A-AB27-C09E82DA3902}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500"/>
                        <a:buFont typeface="Arial"/>
                        <a:buNone/>
                      </a:pPr>
                      <a:r>
                        <a:rPr lang="az" sz="5500" u="none" strike="noStrike" cap="none" dirty="0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Project Team</a:t>
                      </a:r>
                      <a:endParaRPr sz="5500" u="none" strike="noStrike" cap="none" dirty="0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solidFill>
                      <a:schemeClr val="lt1">
                        <a:alpha val="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az" sz="18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Eslam Alaa Saber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az" sz="18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Sara Mohammed Ghanem 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az" sz="18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Esmail Ekramy Esmail 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az" sz="18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Karim Nasr Saeed 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az" sz="18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Akram Hany Fekry 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az" sz="18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Hagar Farag Mohammed 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az" sz="18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Mohammed Essam AbdelHamid 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az" sz="18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Mohamed Khaled Mohamed 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az" sz="18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Eslam Gamal Saad 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az" sz="180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Rahma Hamada Attia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Google Shape;68;p14">
            <a:extLst>
              <a:ext uri="{FF2B5EF4-FFF2-40B4-BE49-F238E27FC236}">
                <a16:creationId xmlns:a16="http://schemas.microsoft.com/office/drawing/2014/main" id="{04D84ABF-5C14-205C-C0AA-3CE2ADA529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4073820"/>
              </p:ext>
            </p:extLst>
          </p:nvPr>
        </p:nvGraphicFramePr>
        <p:xfrm>
          <a:off x="952500" y="3996875"/>
          <a:ext cx="7239000" cy="1005780"/>
        </p:xfrm>
        <a:graphic>
          <a:graphicData uri="http://schemas.openxmlformats.org/drawingml/2006/table">
            <a:tbl>
              <a:tblPr>
                <a:noFill/>
                <a:tableStyleId>{6AAEEBB2-13CE-454A-AB27-C09E82DA3902}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az" sz="2100" u="none" strike="noStrike" cap="none" dirty="0">
                          <a:solidFill>
                            <a:schemeClr val="tx1"/>
                          </a:solidFill>
                        </a:rPr>
                        <a:t>Dr. Mohamed EL Araby </a:t>
                      </a:r>
                      <a:endParaRPr sz="21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az" sz="2100" u="none" strike="noStrike" cap="none" dirty="0">
                          <a:solidFill>
                            <a:schemeClr val="tx1"/>
                          </a:solidFill>
                        </a:rPr>
                        <a:t>  Dr. Doaa Lotfy</a:t>
                      </a:r>
                      <a:endParaRPr sz="21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az" sz="2100" u="none" strike="noStrike" cap="none" dirty="0">
                          <a:solidFill>
                            <a:schemeClr val="tx1"/>
                          </a:solidFill>
                        </a:rPr>
                        <a:t>Eng. Hossam Fakher   </a:t>
                      </a:r>
                      <a:endParaRPr sz="21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az" sz="2100" u="none" strike="noStrike" cap="none" dirty="0">
                          <a:solidFill>
                            <a:schemeClr val="tx1"/>
                          </a:solidFill>
                        </a:rPr>
                        <a:t>Eng. Mohamed El ‎hakim</a:t>
                      </a:r>
                      <a:endParaRPr sz="21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Google Shape;69;p14">
            <a:extLst>
              <a:ext uri="{FF2B5EF4-FFF2-40B4-BE49-F238E27FC236}">
                <a16:creationId xmlns:a16="http://schemas.microsoft.com/office/drawing/2014/main" id="{EFF8F02E-7325-BA71-0F0D-C4D8D6699922}"/>
              </a:ext>
            </a:extLst>
          </p:cNvPr>
          <p:cNvSpPr txBox="1"/>
          <p:nvPr/>
        </p:nvSpPr>
        <p:spPr>
          <a:xfrm>
            <a:off x="2163275" y="3496775"/>
            <a:ext cx="4894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az" sz="1800" b="1" i="1" u="none" strike="noStrike" cap="none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Supervision</a:t>
            </a:r>
            <a:endParaRPr sz="2300" b="1" i="0" u="none" strike="noStrike" cap="none" dirty="0">
              <a:solidFill>
                <a:schemeClr val="accen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3CD723-CE54-64C3-064D-95E9A0503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" smtClean="0"/>
              <a:t>2</a:t>
            </a:fld>
            <a:endParaRPr lang="az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6350"/>
            <a:ext cx="9144001" cy="5149850"/>
            <a:chOff x="0" y="-8467"/>
            <a:chExt cx="12192000" cy="6866467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4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5" name="Isosceles Triangle 84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6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7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8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9" name="Isosceles Triangle 88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0" name="Isosceles Triangle 89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76" name="Picture 75" descr="Aqua and green fractal background like floral petal">
            <a:extLst>
              <a:ext uri="{FF2B5EF4-FFF2-40B4-BE49-F238E27FC236}">
                <a16:creationId xmlns:a16="http://schemas.microsoft.com/office/drawing/2014/main" id="{AC08EAD7-0909-3ECA-091A-0FCBB486FF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173" r="24789" b="6714"/>
          <a:stretch/>
        </p:blipFill>
        <p:spPr>
          <a:xfrm>
            <a:off x="20" y="10"/>
            <a:ext cx="4046200" cy="5143490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4035422" y="1258998"/>
            <a:ext cx="2915879" cy="177912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r" defTabSz="457200">
              <a:spcBef>
                <a:spcPct val="0"/>
              </a:spcBef>
              <a:spcAft>
                <a:spcPts val="0"/>
              </a:spcAft>
              <a:buSzPts val="12000"/>
            </a:pPr>
            <a:r>
              <a:rPr lang="en-US" sz="3800">
                <a:sym typeface="Arial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6350"/>
            <a:ext cx="9144001" cy="5149850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783C067-F8BF-4755-B516-8A0CD74C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9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2ED796EC-E7FF-46DB-B912-FB08BF12A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4249615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549A2DAB-B431-487D-95AD-BB0FECB4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03900" y="2863850"/>
            <a:ext cx="3337719" cy="2279650"/>
          </a:xfrm>
          <a:prstGeom prst="triangle">
            <a:avLst>
              <a:gd name="adj" fmla="val 100000"/>
            </a:avLst>
          </a:prstGeom>
          <a:solidFill>
            <a:schemeClr val="accent1"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9230" y="0"/>
            <a:ext cx="1324770" cy="51435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5ECDEE1-7093-418F-9CF5-24EEB115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00950" y="0"/>
            <a:ext cx="1295400" cy="51435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45062AF-EB11-4651-BC4A-4DA21768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2761059"/>
            <a:ext cx="3572668" cy="2382441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oogle Shape;79;p16" descr="Open Chromebook laptop computer">
            <a:extLst>
              <a:ext uri="{FF2B5EF4-FFF2-40B4-BE49-F238E27FC236}">
                <a16:creationId xmlns:a16="http://schemas.microsoft.com/office/drawing/2014/main" id="{E7E6BA21-6D2A-E493-BD5D-5FE238E1D8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70375" y="702100"/>
            <a:ext cx="4803152" cy="2848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0;p16">
            <a:extLst>
              <a:ext uri="{FF2B5EF4-FFF2-40B4-BE49-F238E27FC236}">
                <a16:creationId xmlns:a16="http://schemas.microsoft.com/office/drawing/2014/main" id="{AF3E504E-6AF6-90E2-1103-B19F59D37C3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47" t="5084" r="3410" b="6637"/>
          <a:stretch/>
        </p:blipFill>
        <p:spPr>
          <a:xfrm>
            <a:off x="4824425" y="947750"/>
            <a:ext cx="3614725" cy="20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1;p16">
            <a:extLst>
              <a:ext uri="{FF2B5EF4-FFF2-40B4-BE49-F238E27FC236}">
                <a16:creationId xmlns:a16="http://schemas.microsoft.com/office/drawing/2014/main" id="{075D628E-CCB6-704E-64EC-453B0ADDC7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4585" y="402091"/>
            <a:ext cx="42996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az" sz="3400" b="1" dirty="0">
                <a:latin typeface="Arial"/>
                <a:ea typeface="Arial"/>
                <a:cs typeface="Arial"/>
                <a:sym typeface="Arial"/>
              </a:rPr>
              <a:t>Project Overview</a:t>
            </a:r>
            <a:endParaRPr sz="34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82;p16">
            <a:extLst>
              <a:ext uri="{FF2B5EF4-FFF2-40B4-BE49-F238E27FC236}">
                <a16:creationId xmlns:a16="http://schemas.microsoft.com/office/drawing/2014/main" id="{BB58318C-DDD6-C5C3-2CBB-3C46EFF898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198" y="1183197"/>
            <a:ext cx="4525142" cy="38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1" indent="0">
              <a:spcBef>
                <a:spcPts val="0"/>
              </a:spcBef>
              <a:buNone/>
            </a:pPr>
            <a:r>
              <a:rPr lang="az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modern e-commerce platform for seamless and secure online shopping, specializing in electronics like smartphones and laptops</a:t>
            </a:r>
            <a:r>
              <a:rPr lang="az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az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az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 with </a:t>
            </a:r>
            <a:r>
              <a:rPr lang="az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 (Web), </a:t>
            </a:r>
            <a:endParaRPr sz="1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az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.NET (Backend), </a:t>
            </a:r>
            <a:endParaRPr sz="1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az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Kotlin (Android)</a:t>
            </a:r>
            <a:r>
              <a:rPr lang="az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az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AI-powered recommendations, secure payments, order tracking, and advanced search &amp; filtering</a:t>
            </a:r>
            <a:r>
              <a:rPr lang="az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rPr lang="az" sz="1400" b="1" dirty="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This scalable solution enhances user experience while optimizing business efficiency.</a:t>
            </a:r>
            <a:endParaRPr sz="1400" b="1" dirty="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89;p16">
            <a:extLst>
              <a:ext uri="{FF2B5EF4-FFF2-40B4-BE49-F238E27FC236}">
                <a16:creationId xmlns:a16="http://schemas.microsoft.com/office/drawing/2014/main" id="{88047D7F-39B9-CFD3-BE4B-4A422DCDA7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6729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4</a:t>
            </a:fld>
            <a:endParaRPr sz="2400" b="1" dirty="0">
              <a:solidFill>
                <a:srgbClr val="92D050"/>
              </a:solidFill>
            </a:endParaRPr>
          </a:p>
        </p:txBody>
      </p:sp>
      <p:pic>
        <p:nvPicPr>
          <p:cNvPr id="23" name="Google Shape;83;p16" descr="Portrait-oriented black smaptphone">
            <a:extLst>
              <a:ext uri="{FF2B5EF4-FFF2-40B4-BE49-F238E27FC236}">
                <a16:creationId xmlns:a16="http://schemas.microsoft.com/office/drawing/2014/main" id="{68C2835B-9983-1A49-6BFF-B422BD5EC17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88601" y="1585375"/>
            <a:ext cx="1675825" cy="3291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84;p16">
            <a:extLst>
              <a:ext uri="{FF2B5EF4-FFF2-40B4-BE49-F238E27FC236}">
                <a16:creationId xmlns:a16="http://schemas.microsoft.com/office/drawing/2014/main" id="{F63C3FD7-D32B-0E7E-45AE-8BECDF352AF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33" y="3735450"/>
            <a:ext cx="367650" cy="34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85;p16">
            <a:extLst>
              <a:ext uri="{FF2B5EF4-FFF2-40B4-BE49-F238E27FC236}">
                <a16:creationId xmlns:a16="http://schemas.microsoft.com/office/drawing/2014/main" id="{099237CC-8210-1981-09E3-D31B61949FE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20462" y="3775924"/>
            <a:ext cx="346025" cy="34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86;p16">
            <a:extLst>
              <a:ext uri="{FF2B5EF4-FFF2-40B4-BE49-F238E27FC236}">
                <a16:creationId xmlns:a16="http://schemas.microsoft.com/office/drawing/2014/main" id="{582D3FFF-2B8C-4A39-0589-D6BE01264CA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86341" y="4283034"/>
            <a:ext cx="346025" cy="34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87;p16">
            <a:extLst>
              <a:ext uri="{FF2B5EF4-FFF2-40B4-BE49-F238E27FC236}">
                <a16:creationId xmlns:a16="http://schemas.microsoft.com/office/drawing/2014/main" id="{FC199C2C-BD30-4079-BF50-12C4DF11F61B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98838" y="4261409"/>
            <a:ext cx="367650" cy="36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3480E8-8704-219E-B86B-2097D5088F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5333" y="1834262"/>
            <a:ext cx="1538635" cy="27309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114">
            <a:extLst>
              <a:ext uri="{FF2B5EF4-FFF2-40B4-BE49-F238E27FC236}">
                <a16:creationId xmlns:a16="http://schemas.microsoft.com/office/drawing/2014/main" id="{5B81F80D-D169-6AA4-F105-F8EC800FAA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31" r="28490"/>
          <a:stretch/>
        </p:blipFill>
        <p:spPr>
          <a:xfrm>
            <a:off x="3202390" y="-7424"/>
            <a:ext cx="5941610" cy="5143490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-19822" y="880945"/>
            <a:ext cx="5513660" cy="99060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ts val="3000"/>
            </a:pPr>
            <a:r>
              <a:rPr lang="en-US" sz="2500" b="1" dirty="0">
                <a:sym typeface="Arial"/>
              </a:rPr>
              <a:t>Why E-commerce Market</a:t>
            </a:r>
            <a:endParaRPr lang="en-US" sz="2500" dirty="0"/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1"/>
          </p:nvPr>
        </p:nvSpPr>
        <p:spPr>
          <a:xfrm>
            <a:off x="508000" y="1620441"/>
            <a:ext cx="2888342" cy="291058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lvl="0" indent="-22860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 dirty="0">
                <a:sym typeface="Cairo"/>
              </a:rPr>
              <a:t>The increasing demand for online shopping has led to a highly competitive market.</a:t>
            </a:r>
          </a:p>
          <a:p>
            <a:pPr marL="457200" lvl="0" indent="-22860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 dirty="0">
                <a:sym typeface="Cairo"/>
              </a:rPr>
              <a:t>Many small businesses struggle with building a reliable and user-friendly e-commerce platform.</a:t>
            </a:r>
          </a:p>
          <a:p>
            <a:pPr marL="457200" lvl="0" indent="-22860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 dirty="0">
                <a:sym typeface="Cairo"/>
              </a:rPr>
              <a:t>Common challenges include:</a:t>
            </a:r>
          </a:p>
          <a:p>
            <a:pPr marL="457200" lvl="0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 dirty="0">
                <a:sym typeface="Cairo"/>
              </a:rPr>
              <a:t>Poor user experience</a:t>
            </a:r>
          </a:p>
          <a:p>
            <a:pPr marL="457200" lvl="0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 dirty="0">
                <a:sym typeface="Cairo"/>
              </a:rPr>
              <a:t>Inefficient payment and logistics systems</a:t>
            </a:r>
          </a:p>
          <a:p>
            <a:pPr marL="457200" lvl="0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 dirty="0">
                <a:sym typeface="Cairo"/>
              </a:rPr>
              <a:t>Lack of personalized recommendations</a:t>
            </a:r>
          </a:p>
        </p:txBody>
      </p:sp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1D57B7C8-854D-7414-41A9-AE59D971DF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5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121" descr="A group of cubes floating in the air&#10;&#10;Description automatically generated">
            <a:extLst>
              <a:ext uri="{FF2B5EF4-FFF2-40B4-BE49-F238E27FC236}">
                <a16:creationId xmlns:a16="http://schemas.microsoft.com/office/drawing/2014/main" id="{6121C972-61C5-AB12-FAC6-CD8200303A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669" b="1"/>
          <a:stretch/>
        </p:blipFill>
        <p:spPr>
          <a:xfrm>
            <a:off x="3202390" y="10"/>
            <a:ext cx="5941610" cy="5143490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101" name="Google Shape;101;p18"/>
          <p:cNvSpPr txBox="1">
            <a:spLocks noGrp="1"/>
          </p:cNvSpPr>
          <p:nvPr>
            <p:ph type="title"/>
          </p:nvPr>
        </p:nvSpPr>
        <p:spPr>
          <a:xfrm>
            <a:off x="507999" y="457200"/>
            <a:ext cx="2888343" cy="99060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ts val="3000"/>
            </a:pPr>
            <a:r>
              <a:rPr lang="en-US" sz="3100" b="1">
                <a:sym typeface="Arial"/>
              </a:rPr>
              <a:t>Project Idea &amp; Objectives</a:t>
            </a:r>
            <a:endParaRPr lang="en-US" sz="3100"/>
          </a:p>
        </p:txBody>
      </p:sp>
      <p:sp>
        <p:nvSpPr>
          <p:cNvPr id="102" name="Google Shape;102;p18"/>
          <p:cNvSpPr txBox="1">
            <a:spLocks noGrp="1"/>
          </p:cNvSpPr>
          <p:nvPr>
            <p:ph type="body" idx="1"/>
          </p:nvPr>
        </p:nvSpPr>
        <p:spPr>
          <a:xfrm>
            <a:off x="508000" y="1620441"/>
            <a:ext cx="2888342" cy="291058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 fontScale="77500" lnSpcReduction="20000"/>
          </a:bodyPr>
          <a:lstStyle/>
          <a:p>
            <a:pPr marL="457200" lvl="0" indent="-3492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>
                <a:sym typeface="Cairo"/>
              </a:rPr>
              <a:t>Idea</a:t>
            </a:r>
            <a:r>
              <a:rPr lang="en-US" sz="1000">
                <a:sym typeface="Cairo"/>
              </a:rPr>
              <a:t>:</a:t>
            </a:r>
            <a:br>
              <a:rPr lang="en-US" sz="1000">
                <a:sym typeface="Cairo"/>
              </a:rPr>
            </a:br>
            <a:r>
              <a:rPr lang="en-US" sz="1000">
                <a:sym typeface="Cairo"/>
              </a:rPr>
              <a:t>Develop an intuitive, scalable, and feature-rich e-commerce platform tailored to businesses of all sizes.</a:t>
            </a:r>
          </a:p>
          <a:p>
            <a:pPr marL="457200" lvl="0" indent="-3492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>
                <a:sym typeface="Cairo"/>
              </a:rPr>
              <a:t>Objectives</a:t>
            </a:r>
            <a:r>
              <a:rPr lang="en-US" sz="1000">
                <a:sym typeface="Cairo"/>
              </a:rPr>
              <a:t>:</a:t>
            </a:r>
          </a:p>
          <a:p>
            <a:pPr marL="914400" lvl="1" indent="-3492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>
                <a:sym typeface="Cairo"/>
              </a:rPr>
              <a:t>Provide a seamless online shopping experience.</a:t>
            </a:r>
          </a:p>
          <a:p>
            <a:pPr marL="914400" lvl="1" indent="-3492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>
                <a:sym typeface="Cairo"/>
              </a:rPr>
              <a:t>Implement secure payment gateways.</a:t>
            </a:r>
          </a:p>
          <a:p>
            <a:pPr marL="914400" lvl="1" indent="-3492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>
                <a:sym typeface="Cairo"/>
              </a:rPr>
              <a:t>Integrate AI-driven product recommendations.</a:t>
            </a:r>
          </a:p>
          <a:p>
            <a:pPr marL="914400" lvl="1" indent="-3492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>
                <a:sym typeface="Cairo"/>
              </a:rPr>
              <a:t>Optimize logistics and order tracking.</a:t>
            </a:r>
          </a:p>
          <a:p>
            <a:pPr marL="457200" lvl="0" indent="-3492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>
                <a:sym typeface="Cairo"/>
              </a:rPr>
              <a:t>Significance</a:t>
            </a:r>
            <a:r>
              <a:rPr lang="en-US" sz="1000">
                <a:sym typeface="Cairo"/>
              </a:rPr>
              <a:t>:</a:t>
            </a:r>
          </a:p>
          <a:p>
            <a:pPr marL="914400" lvl="1" indent="-3492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>
                <a:sym typeface="Cairo"/>
              </a:rPr>
              <a:t>Enhances business reach and customer engagement.</a:t>
            </a:r>
          </a:p>
          <a:p>
            <a:pPr marL="914400" lvl="1" indent="-3492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>
                <a:sym typeface="Cairo"/>
              </a:rPr>
              <a:t>Increases sales through data-driven insights.</a:t>
            </a:r>
          </a:p>
        </p:txBody>
      </p:sp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1C8D9E93-28C1-115D-E467-DFBF2FBB6D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6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6350"/>
            <a:ext cx="9144001" cy="5149850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783C067-F8BF-4755-B516-8A0CD74C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9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2ED796EC-E7FF-46DB-B912-FB08BF12A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4249615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549A2DAB-B431-487D-95AD-BB0FECB4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03900" y="2863850"/>
            <a:ext cx="3337719" cy="2279650"/>
          </a:xfrm>
          <a:prstGeom prst="triangle">
            <a:avLst>
              <a:gd name="adj" fmla="val 100000"/>
            </a:avLst>
          </a:prstGeom>
          <a:solidFill>
            <a:schemeClr val="accent1"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9230" y="0"/>
            <a:ext cx="1324770" cy="51435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5ECDEE1-7093-418F-9CF5-24EEB115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00950" y="0"/>
            <a:ext cx="1295400" cy="51435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45062AF-EB11-4651-BC4A-4DA21768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2761059"/>
            <a:ext cx="3572668" cy="2382441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Google Shape;108;p19">
            <a:extLst>
              <a:ext uri="{FF2B5EF4-FFF2-40B4-BE49-F238E27FC236}">
                <a16:creationId xmlns:a16="http://schemas.microsoft.com/office/drawing/2014/main" id="{35C1D604-D685-D8E9-7D54-33AEE0CAA0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42" y="372500"/>
            <a:ext cx="8281457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az" dirty="0">
                <a:latin typeface="Arial"/>
                <a:ea typeface="Arial"/>
                <a:cs typeface="Arial"/>
                <a:sym typeface="Arial"/>
              </a:rPr>
              <a:t>Existing Solutions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" name="Google Shape;109;p19">
            <a:extLst>
              <a:ext uri="{FF2B5EF4-FFF2-40B4-BE49-F238E27FC236}">
                <a16:creationId xmlns:a16="http://schemas.microsoft.com/office/drawing/2014/main" id="{849B58C1-1DFC-92F1-7A44-75A40BA3E9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1072463"/>
              </p:ext>
            </p:extLst>
          </p:nvPr>
        </p:nvGraphicFramePr>
        <p:xfrm>
          <a:off x="311700" y="1468825"/>
          <a:ext cx="8520600" cy="3099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Google Shape;89;p16">
            <a:extLst>
              <a:ext uri="{FF2B5EF4-FFF2-40B4-BE49-F238E27FC236}">
                <a16:creationId xmlns:a16="http://schemas.microsoft.com/office/drawing/2014/main" id="{AF924C41-0557-48AD-0BFB-F6A86411F7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7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oogle Shape;115;p20">
            <a:extLst>
              <a:ext uri="{FF2B5EF4-FFF2-40B4-BE49-F238E27FC236}">
                <a16:creationId xmlns:a16="http://schemas.microsoft.com/office/drawing/2014/main" id="{B16DA650-FCDC-701A-E70A-6BFF35ED67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9506737"/>
              </p:ext>
            </p:extLst>
          </p:nvPr>
        </p:nvGraphicFramePr>
        <p:xfrm>
          <a:off x="438807" y="656067"/>
          <a:ext cx="7213600" cy="4051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Google Shape;89;p16">
            <a:extLst>
              <a:ext uri="{FF2B5EF4-FFF2-40B4-BE49-F238E27FC236}">
                <a16:creationId xmlns:a16="http://schemas.microsoft.com/office/drawing/2014/main" id="{18DA868E-7BFC-0FE5-C98C-4F96DFF2A6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8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FFFFFF"/>
                </a:solidFill>
              </a:rPr>
              <a:t>9</a:t>
            </a:fld>
            <a:endParaRPr sz="2400" b="1">
              <a:solidFill>
                <a:srgbClr val="FFFFFF"/>
              </a:solidFill>
            </a:endParaRPr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4294967295"/>
          </p:nvPr>
        </p:nvSpPr>
        <p:spPr>
          <a:xfrm>
            <a:off x="-1" y="4092994"/>
            <a:ext cx="5419493" cy="53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z" sz="2100" b="1" dirty="0">
                <a:solidFill>
                  <a:schemeClr val="accent1"/>
                </a:solidFill>
              </a:rPr>
              <a:t>Seamless Cross-Platform</a:t>
            </a:r>
            <a:r>
              <a:rPr lang="ar-EG" sz="2100" b="1" dirty="0">
                <a:solidFill>
                  <a:schemeClr val="accent1"/>
                </a:solidFill>
              </a:rPr>
              <a:t> </a:t>
            </a:r>
            <a:r>
              <a:rPr lang="az" sz="2100" b="1" dirty="0">
                <a:solidFill>
                  <a:schemeClr val="accent1"/>
                </a:solidFill>
              </a:rPr>
              <a:t>Experience</a:t>
            </a:r>
            <a:endParaRPr sz="2100" b="1" dirty="0">
              <a:solidFill>
                <a:schemeClr val="accent1"/>
              </a:solidFill>
            </a:endParaRPr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4294967295"/>
          </p:nvPr>
        </p:nvSpPr>
        <p:spPr>
          <a:xfrm>
            <a:off x="5271466" y="4137719"/>
            <a:ext cx="3998912" cy="53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z" sz="2100" b="1" dirty="0">
                <a:solidFill>
                  <a:schemeClr val="accent1"/>
                </a:solidFill>
              </a:rPr>
              <a:t>User-Friendly Interface</a:t>
            </a:r>
            <a:endParaRPr sz="2100" b="1" dirty="0">
              <a:solidFill>
                <a:schemeClr val="accent1"/>
              </a:solidFill>
            </a:endParaRPr>
          </a:p>
        </p:txBody>
      </p:sp>
      <p:pic>
        <p:nvPicPr>
          <p:cNvPr id="125" name="Google Shape;12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557" y="609600"/>
            <a:ext cx="4402443" cy="329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0545EC5E-F89B-EEE5-78DA-D151030F36DA}"/>
              </a:ext>
            </a:extLst>
          </p:cNvPr>
          <p:cNvSpPr txBox="1">
            <a:spLocks/>
          </p:cNvSpPr>
          <p:nvPr/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675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000"/>
            </a:pPr>
            <a:fld id="{00000000-1234-1234-1234-123412341234}" type="slidenum">
              <a:rPr lang="az" sz="2400" b="1" smtClean="0">
                <a:solidFill>
                  <a:srgbClr val="92D050"/>
                </a:solidFill>
              </a:rPr>
              <a:pPr>
                <a:buSzPts val="1000"/>
              </a:pPr>
              <a:t>9</a:t>
            </a:fld>
            <a:endParaRPr lang="az" sz="2400" b="1" dirty="0">
              <a:solidFill>
                <a:srgbClr val="92D05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26EEDF-1205-CFDF-0A1E-61B8AC55F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537" y="609600"/>
            <a:ext cx="3998913" cy="3483394"/>
          </a:xfrm>
          <a:prstGeom prst="rect">
            <a:avLst/>
          </a:prstGeom>
          <a:effectLst>
            <a:outerShdw blurRad="292100" dist="50800" dir="5400000" sx="94000" sy="94000" algn="ctr" rotWithShape="0">
              <a:srgbClr val="000000">
                <a:alpha val="76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Google Shape;132;p22"/>
          <p:cNvCxnSpPr/>
          <p:nvPr/>
        </p:nvCxnSpPr>
        <p:spPr>
          <a:xfrm>
            <a:off x="433425" y="3724283"/>
            <a:ext cx="3891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" name="Google Shape;133;p22"/>
          <p:cNvCxnSpPr/>
          <p:nvPr/>
        </p:nvCxnSpPr>
        <p:spPr>
          <a:xfrm>
            <a:off x="4941300" y="3724283"/>
            <a:ext cx="3891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8" name="Google Shape;138;p2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FFFFFF"/>
                </a:solidFill>
              </a:rPr>
              <a:t>10</a:t>
            </a:fld>
            <a:endParaRPr sz="2400" b="1">
              <a:solidFill>
                <a:srgbClr val="FFFFFF"/>
              </a:solidFill>
            </a:endParaRPr>
          </a:p>
        </p:txBody>
      </p:sp>
      <p:sp>
        <p:nvSpPr>
          <p:cNvPr id="134" name="Google Shape;134;p22"/>
          <p:cNvSpPr txBox="1">
            <a:spLocks noGrp="1"/>
          </p:cNvSpPr>
          <p:nvPr>
            <p:ph type="body" idx="4294967295"/>
          </p:nvPr>
        </p:nvSpPr>
        <p:spPr>
          <a:xfrm>
            <a:off x="304798" y="3775075"/>
            <a:ext cx="5999163" cy="53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z" sz="2100" b="1" dirty="0">
                <a:solidFill>
                  <a:srgbClr val="92D050"/>
                </a:solidFill>
              </a:rPr>
              <a:t>Advanced Search &amp; Filtering</a:t>
            </a:r>
            <a:endParaRPr sz="2100" b="1" dirty="0">
              <a:solidFill>
                <a:srgbClr val="92D050"/>
              </a:solidFill>
            </a:endParaRPr>
          </a:p>
        </p:txBody>
      </p:sp>
      <p:sp>
        <p:nvSpPr>
          <p:cNvPr id="135" name="Google Shape;135;p22"/>
          <p:cNvSpPr txBox="1">
            <a:spLocks noGrp="1"/>
          </p:cNvSpPr>
          <p:nvPr>
            <p:ph type="body" idx="4294967295"/>
          </p:nvPr>
        </p:nvSpPr>
        <p:spPr>
          <a:xfrm>
            <a:off x="5494492" y="3771900"/>
            <a:ext cx="3998912" cy="53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z" sz="2100" b="1" dirty="0">
                <a:solidFill>
                  <a:srgbClr val="92D050"/>
                </a:solidFill>
              </a:rPr>
              <a:t>Secure Transactions</a:t>
            </a:r>
            <a:endParaRPr sz="2100" b="1" dirty="0">
              <a:solidFill>
                <a:srgbClr val="92D050"/>
              </a:solidFill>
            </a:endParaRPr>
          </a:p>
        </p:txBody>
      </p:sp>
      <p:pic>
        <p:nvPicPr>
          <p:cNvPr id="136" name="Google Shape;13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333500"/>
            <a:ext cx="4419600" cy="16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83800" y="1099450"/>
            <a:ext cx="3787600" cy="212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4702E2F5-A90E-87DE-4BEB-F1D34E2B5747}"/>
              </a:ext>
            </a:extLst>
          </p:cNvPr>
          <p:cNvSpPr txBox="1">
            <a:spLocks/>
          </p:cNvSpPr>
          <p:nvPr/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675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000"/>
            </a:pPr>
            <a:fld id="{00000000-1234-1234-1234-123412341234}" type="slidenum">
              <a:rPr lang="az" sz="2400" b="1" smtClean="0">
                <a:solidFill>
                  <a:srgbClr val="92D050"/>
                </a:solidFill>
              </a:rPr>
              <a:pPr>
                <a:buSzPts val="1000"/>
              </a:pPr>
              <a:t>10</a:t>
            </a:fld>
            <a:endParaRPr lang="az"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Picture 173" descr="Electronic circuit board">
            <a:extLst>
              <a:ext uri="{FF2B5EF4-FFF2-40B4-BE49-F238E27FC236}">
                <a16:creationId xmlns:a16="http://schemas.microsoft.com/office/drawing/2014/main" id="{68714D40-F0D9-9638-217C-AB7666B70B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892"/>
          <a:stretch/>
        </p:blipFill>
        <p:spPr>
          <a:xfrm>
            <a:off x="3202390" y="10"/>
            <a:ext cx="5941610" cy="5143490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143" name="Google Shape;143;p23"/>
          <p:cNvSpPr txBox="1">
            <a:spLocks noGrp="1"/>
          </p:cNvSpPr>
          <p:nvPr>
            <p:ph type="title"/>
          </p:nvPr>
        </p:nvSpPr>
        <p:spPr>
          <a:xfrm>
            <a:off x="501650" y="1734784"/>
            <a:ext cx="3066142" cy="177682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ctr" defTabSz="457200">
              <a:spcBef>
                <a:spcPct val="0"/>
              </a:spcBef>
              <a:spcAft>
                <a:spcPts val="0"/>
              </a:spcAft>
              <a:buSzPts val="12000"/>
            </a:pPr>
            <a:r>
              <a:rPr lang="en-US" sz="3600" b="1" dirty="0"/>
              <a:t>Technologies</a:t>
            </a:r>
            <a:br>
              <a:rPr lang="ar-EG" sz="3600" b="1" dirty="0"/>
            </a:br>
            <a:r>
              <a:rPr lang="ar-EG" sz="3600" b="1" dirty="0"/>
              <a:t>&amp;</a:t>
            </a:r>
            <a:br>
              <a:rPr lang="ar-EG" sz="3600" b="1" dirty="0"/>
            </a:br>
            <a:r>
              <a:rPr lang="en-US" sz="3600" b="1" dirty="0"/>
              <a:t>Tools</a:t>
            </a:r>
          </a:p>
        </p:txBody>
      </p:sp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8FA9B6D7-55B1-1291-2C1A-12522622E8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76534" y="47524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11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>
            <a:spLocks noGrp="1"/>
          </p:cNvSpPr>
          <p:nvPr>
            <p:ph type="title"/>
          </p:nvPr>
        </p:nvSpPr>
        <p:spPr>
          <a:xfrm>
            <a:off x="508001" y="182842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az" sz="3200" b="1" dirty="0">
                <a:latin typeface="Arial"/>
                <a:ea typeface="Arial"/>
                <a:cs typeface="Arial"/>
                <a:sym typeface="Arial"/>
              </a:rPr>
              <a:t>Development Pipeline</a:t>
            </a:r>
            <a:endParaRPr sz="32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FFFFFF"/>
                </a:solidFill>
              </a:rPr>
              <a:t>12</a:t>
            </a:fld>
            <a:endParaRPr/>
          </a:p>
        </p:txBody>
      </p:sp>
      <p:sp>
        <p:nvSpPr>
          <p:cNvPr id="150" name="Google Shape;150;p24"/>
          <p:cNvSpPr/>
          <p:nvPr/>
        </p:nvSpPr>
        <p:spPr>
          <a:xfrm>
            <a:off x="332869" y="1502171"/>
            <a:ext cx="1329900" cy="13299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311700" y="1863221"/>
            <a:ext cx="13299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z" sz="20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Front-End</a:t>
            </a:r>
            <a:endParaRPr sz="2000" b="0" i="0" u="none" strike="noStrike" cap="non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3048090" y="1582854"/>
            <a:ext cx="2954700" cy="29547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3060510" y="2772787"/>
            <a:ext cx="29547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az" sz="30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Back-End and Database</a:t>
            </a:r>
            <a:endParaRPr sz="3000" b="0" i="0" u="none" strike="noStrike" cap="non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244519" y="3327700"/>
            <a:ext cx="1506600" cy="15066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244519" y="3770315"/>
            <a:ext cx="1506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az" sz="2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Mobile app</a:t>
            </a:r>
            <a:endParaRPr sz="2400" b="0" i="0" u="none" strike="noStrike" cap="non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7421700" y="2251687"/>
            <a:ext cx="1605900" cy="16500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7421700" y="2621904"/>
            <a:ext cx="16059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az" sz="18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AI &amp; Data Analysis</a:t>
            </a:r>
            <a:endParaRPr sz="1800" b="0" i="0" u="none" strike="noStrike" cap="non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24"/>
          <p:cNvCxnSpPr>
            <a:stCxn id="155" idx="3"/>
            <a:endCxn id="153" idx="1"/>
          </p:cNvCxnSpPr>
          <p:nvPr/>
        </p:nvCxnSpPr>
        <p:spPr>
          <a:xfrm rot="10800000" flipH="1">
            <a:off x="1751119" y="3076715"/>
            <a:ext cx="1309500" cy="9975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254"/>
              </a:srgbClr>
            </a:outerShdw>
          </a:effectLst>
        </p:spPr>
      </p:cxnSp>
      <p:cxnSp>
        <p:nvCxnSpPr>
          <p:cNvPr id="160" name="Google Shape;160;p24"/>
          <p:cNvCxnSpPr>
            <a:stCxn id="150" idx="6"/>
            <a:endCxn id="153" idx="1"/>
          </p:cNvCxnSpPr>
          <p:nvPr/>
        </p:nvCxnSpPr>
        <p:spPr>
          <a:xfrm>
            <a:off x="1662769" y="2167121"/>
            <a:ext cx="1397700" cy="9096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254"/>
              </a:srgbClr>
            </a:outerShdw>
          </a:effectLst>
        </p:spPr>
      </p:cxnSp>
      <p:cxnSp>
        <p:nvCxnSpPr>
          <p:cNvPr id="161" name="Google Shape;161;p24"/>
          <p:cNvCxnSpPr>
            <a:endCxn id="157" idx="1"/>
          </p:cNvCxnSpPr>
          <p:nvPr/>
        </p:nvCxnSpPr>
        <p:spPr>
          <a:xfrm rot="10800000" flipH="1">
            <a:off x="6015300" y="3060204"/>
            <a:ext cx="1406400" cy="165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254"/>
              </a:srgbClr>
            </a:outerShdw>
          </a:effectLst>
        </p:spPr>
      </p:cxnSp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E3666054-BB44-73F5-2D4B-E69EB9D3CFED}"/>
              </a:ext>
            </a:extLst>
          </p:cNvPr>
          <p:cNvSpPr txBox="1">
            <a:spLocks/>
          </p:cNvSpPr>
          <p:nvPr/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675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000"/>
            </a:pPr>
            <a:fld id="{00000000-1234-1234-1234-123412341234}" type="slidenum">
              <a:rPr lang="az" sz="2400" b="1" smtClean="0">
                <a:solidFill>
                  <a:srgbClr val="92D050"/>
                </a:solidFill>
              </a:rPr>
              <a:pPr>
                <a:buSzPts val="1000"/>
              </a:pPr>
              <a:t>12</a:t>
            </a:fld>
            <a:endParaRPr lang="az"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>
            <a:spLocks noGrp="1"/>
          </p:cNvSpPr>
          <p:nvPr>
            <p:ph type="title"/>
          </p:nvPr>
        </p:nvSpPr>
        <p:spPr>
          <a:xfrm>
            <a:off x="508001" y="962025"/>
            <a:ext cx="3822045" cy="3230361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r" defTabSz="457200">
              <a:spcAft>
                <a:spcPts val="0"/>
              </a:spcAft>
              <a:buSzPts val="3000"/>
            </a:pPr>
            <a:r>
              <a:rPr lang="en-US" sz="6000" b="1" dirty="0"/>
              <a:t>Front-End</a:t>
            </a:r>
          </a:p>
        </p:txBody>
      </p:sp>
      <p:sp>
        <p:nvSpPr>
          <p:cNvPr id="167" name="Google Shape;167;p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R="0" lv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7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marR="0" lvl="0" indent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13</a:t>
            </a:fld>
            <a:endParaRPr lang="en-US" sz="7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ts val="2400"/>
            </a:pPr>
            <a:r>
              <a:rPr lang="en-US" sz="3600">
                <a:sym typeface="Arial"/>
              </a:rPr>
              <a:t>Front-End</a:t>
            </a:r>
          </a:p>
        </p:txBody>
      </p:sp>
      <p:sp>
        <p:nvSpPr>
          <p:cNvPr id="173" name="Google Shape;173;p26"/>
          <p:cNvSpPr txBox="1">
            <a:spLocks noGrp="1"/>
          </p:cNvSpPr>
          <p:nvPr>
            <p:ph type="body" idx="1"/>
          </p:nvPr>
        </p:nvSpPr>
        <p:spPr>
          <a:xfrm>
            <a:off x="507999" y="1620441"/>
            <a:ext cx="3308038" cy="291058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lvl="0" indent="-36195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>
                <a:sym typeface="Cairo"/>
              </a:rPr>
              <a:t>HTML </a:t>
            </a:r>
            <a:r>
              <a:rPr lang="en-US">
                <a:sym typeface="Cairo"/>
              </a:rPr>
              <a:t>- Structure of the app</a:t>
            </a:r>
          </a:p>
          <a:p>
            <a:pPr marL="457200" lvl="0" indent="-36195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>
                <a:sym typeface="Cairo"/>
              </a:rPr>
              <a:t>CSS </a:t>
            </a:r>
            <a:r>
              <a:rPr lang="en-US">
                <a:sym typeface="Cairo"/>
              </a:rPr>
              <a:t>- Style and format</a:t>
            </a:r>
          </a:p>
          <a:p>
            <a:pPr marL="457200" lvl="0" indent="-36195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>
                <a:sym typeface="Cairo"/>
              </a:rPr>
              <a:t>JavaScript </a:t>
            </a:r>
            <a:r>
              <a:rPr lang="en-US">
                <a:sym typeface="Cairo"/>
              </a:rPr>
              <a:t>- Dynamically</a:t>
            </a:r>
          </a:p>
          <a:p>
            <a:pPr marL="457200" lvl="0" indent="-36195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>
                <a:sym typeface="Cairo"/>
              </a:rPr>
              <a:t>React.js </a:t>
            </a:r>
            <a:r>
              <a:rPr lang="en-US">
                <a:sym typeface="Cairo"/>
              </a:rPr>
              <a:t>– Web application development</a:t>
            </a:r>
          </a:p>
        </p:txBody>
      </p:sp>
      <p:pic>
        <p:nvPicPr>
          <p:cNvPr id="175" name="Google Shape;175;p26"/>
          <p:cNvPicPr preferRelativeResize="0"/>
          <p:nvPr/>
        </p:nvPicPr>
        <p:blipFill rotWithShape="1">
          <a:blip r:embed="rId3"/>
          <a:stretch/>
        </p:blipFill>
        <p:spPr>
          <a:xfrm>
            <a:off x="5306677" y="1032453"/>
            <a:ext cx="2739824" cy="1369912"/>
          </a:xfrm>
          <a:prstGeom prst="rect">
            <a:avLst/>
          </a:prstGeom>
          <a:noFill/>
        </p:spPr>
      </p:pic>
      <p:pic>
        <p:nvPicPr>
          <p:cNvPr id="174" name="Google Shape;174;p26"/>
          <p:cNvPicPr preferRelativeResize="0"/>
          <p:nvPr/>
        </p:nvPicPr>
        <p:blipFill rotWithShape="1">
          <a:blip r:embed="rId4"/>
          <a:srcRect t="58" b="56"/>
          <a:stretch/>
        </p:blipFill>
        <p:spPr>
          <a:xfrm>
            <a:off x="5152778" y="2679028"/>
            <a:ext cx="2958411" cy="1218952"/>
          </a:xfrm>
          <a:prstGeom prst="rect">
            <a:avLst/>
          </a:prstGeom>
          <a:noFill/>
        </p:spPr>
      </p:pic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F1DD7066-7AC1-26F5-BC0A-7A5D86710B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14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Picture 201" descr="Blue and orange gradient with arrows">
            <a:extLst>
              <a:ext uri="{FF2B5EF4-FFF2-40B4-BE49-F238E27FC236}">
                <a16:creationId xmlns:a16="http://schemas.microsoft.com/office/drawing/2014/main" id="{2CAE8369-885C-94B4-F172-3AFD5D207F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76" r="2313" b="-1"/>
          <a:stretch/>
        </p:blipFill>
        <p:spPr>
          <a:xfrm>
            <a:off x="3202390" y="10"/>
            <a:ext cx="5941610" cy="5143490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181" name="Google Shape;181;p27"/>
          <p:cNvSpPr txBox="1">
            <a:spLocks noGrp="1"/>
          </p:cNvSpPr>
          <p:nvPr>
            <p:ph type="title"/>
          </p:nvPr>
        </p:nvSpPr>
        <p:spPr>
          <a:xfrm>
            <a:off x="9913" y="598453"/>
            <a:ext cx="4718206" cy="99060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ts val="2400"/>
            </a:pPr>
            <a:r>
              <a:rPr lang="en-US" sz="2800" b="1" dirty="0"/>
              <a:t>Front-End Objectives</a:t>
            </a:r>
          </a:p>
        </p:txBody>
      </p:sp>
      <p:sp>
        <p:nvSpPr>
          <p:cNvPr id="182" name="Google Shape;182;p27"/>
          <p:cNvSpPr txBox="1">
            <a:spLocks noGrp="1"/>
          </p:cNvSpPr>
          <p:nvPr>
            <p:ph type="body" idx="1"/>
          </p:nvPr>
        </p:nvSpPr>
        <p:spPr>
          <a:xfrm>
            <a:off x="508000" y="1620441"/>
            <a:ext cx="2888342" cy="291058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>
                <a:sym typeface="Cairo"/>
              </a:rPr>
              <a:t>Objective:</a:t>
            </a:r>
            <a:r>
              <a:rPr lang="en-US" sz="1000">
                <a:sym typeface="Cairo"/>
              </a:rPr>
              <a:t> Build a responsive and user-friendly e-commerce web application.</a:t>
            </a:r>
          </a:p>
          <a:p>
            <a:pPr marL="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>
                <a:sym typeface="Cairo"/>
              </a:rPr>
              <a:t>Tech Stack Used:</a:t>
            </a:r>
          </a:p>
          <a:p>
            <a:pPr marL="457200" lvl="0" indent="-3492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>
                <a:sym typeface="Cairo"/>
              </a:rPr>
              <a:t>HTML:</a:t>
            </a:r>
            <a:r>
              <a:rPr lang="en-US" sz="1000">
                <a:sym typeface="Cairo"/>
              </a:rPr>
              <a:t> Structure of the app.</a:t>
            </a:r>
          </a:p>
          <a:p>
            <a:pPr marL="457200" lvl="0" indent="-3492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>
                <a:sym typeface="Cairo"/>
              </a:rPr>
              <a:t>CSS:</a:t>
            </a:r>
            <a:r>
              <a:rPr lang="en-US" sz="1000">
                <a:sym typeface="Cairo"/>
              </a:rPr>
              <a:t> Styling and formatting.</a:t>
            </a:r>
          </a:p>
          <a:p>
            <a:pPr marL="457200" lvl="0" indent="-3492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>
                <a:sym typeface="Cairo"/>
              </a:rPr>
              <a:t>JavaScript:</a:t>
            </a:r>
            <a:r>
              <a:rPr lang="en-US" sz="1000">
                <a:sym typeface="Cairo"/>
              </a:rPr>
              <a:t> Adding interactivity and dynamic features.</a:t>
            </a:r>
          </a:p>
          <a:p>
            <a:pPr marL="457200" lvl="0" indent="-3492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>
                <a:sym typeface="Cairo"/>
              </a:rPr>
              <a:t>React.js:</a:t>
            </a:r>
            <a:r>
              <a:rPr lang="en-US" sz="1000">
                <a:sym typeface="Cairo"/>
              </a:rPr>
              <a:t> Web application development.</a:t>
            </a:r>
          </a:p>
          <a:p>
            <a:pPr marL="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>
                <a:sym typeface="Cairo"/>
              </a:rPr>
              <a:t>Key Responsibilities:</a:t>
            </a:r>
            <a:r>
              <a:rPr lang="en-US" sz="1000">
                <a:sym typeface="Cairo"/>
              </a:rPr>
              <a:t> Implement UI components, enhance user experience, and ensure performance optimization.</a:t>
            </a:r>
          </a:p>
          <a:p>
            <a:pPr marL="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sz="1000" b="1">
              <a:sym typeface="Cairo"/>
            </a:endParaRPr>
          </a:p>
          <a:p>
            <a:pPr marL="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sz="1000" b="1">
              <a:sym typeface="Cairo"/>
            </a:endParaRPr>
          </a:p>
          <a:p>
            <a:pPr marL="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sz="1000">
              <a:sym typeface="Cairo"/>
            </a:endParaRPr>
          </a:p>
          <a:p>
            <a:pPr marL="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sz="1000" b="1">
              <a:sym typeface="Cairo"/>
            </a:endParaRPr>
          </a:p>
        </p:txBody>
      </p:sp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CCB0F97A-FC56-2220-C7BC-C44CFA6EBC2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24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15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Picture 208" descr="Person watching empty phone">
            <a:extLst>
              <a:ext uri="{FF2B5EF4-FFF2-40B4-BE49-F238E27FC236}">
                <a16:creationId xmlns:a16="http://schemas.microsoft.com/office/drawing/2014/main" id="{790FF47A-79BC-ADEB-3CAE-FBD5034291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892"/>
          <a:stretch/>
        </p:blipFill>
        <p:spPr>
          <a:xfrm>
            <a:off x="3202390" y="10"/>
            <a:ext cx="5941610" cy="5143490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188" name="Google Shape;188;p28"/>
          <p:cNvSpPr txBox="1">
            <a:spLocks noGrp="1"/>
          </p:cNvSpPr>
          <p:nvPr>
            <p:ph type="title"/>
          </p:nvPr>
        </p:nvSpPr>
        <p:spPr>
          <a:xfrm>
            <a:off x="-19824" y="531540"/>
            <a:ext cx="4465445" cy="99060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ts val="2400"/>
            </a:pPr>
            <a:r>
              <a:rPr lang="en-US" sz="1900" b="1" dirty="0"/>
              <a:t>Front-End Development</a:t>
            </a:r>
            <a:r>
              <a:rPr lang="ar-EG" sz="1900" b="1" dirty="0"/>
              <a:t> </a:t>
            </a:r>
            <a:r>
              <a:rPr lang="en-US" sz="1900" b="1" dirty="0"/>
              <a:t>Process</a:t>
            </a:r>
          </a:p>
        </p:txBody>
      </p:sp>
      <p:sp>
        <p:nvSpPr>
          <p:cNvPr id="254" name="Google Shape;189;p28"/>
          <p:cNvSpPr txBox="1">
            <a:spLocks noGrp="1"/>
          </p:cNvSpPr>
          <p:nvPr>
            <p:ph type="body" idx="1"/>
          </p:nvPr>
        </p:nvSpPr>
        <p:spPr>
          <a:xfrm>
            <a:off x="508000" y="1620441"/>
            <a:ext cx="2888342" cy="291058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0" lvl="0" indent="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100" b="1">
                <a:sym typeface="Cairo"/>
              </a:rPr>
              <a:t>UI/UX Design:</a:t>
            </a:r>
            <a:r>
              <a:rPr lang="en-US" sz="1100">
                <a:sym typeface="Cairo"/>
              </a:rPr>
              <a:t> Developed a clean and modern interface using Tailwind CSS.</a:t>
            </a:r>
          </a:p>
          <a:p>
            <a:pPr marL="0" lvl="0" indent="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100" b="1">
                <a:sym typeface="Cairo"/>
              </a:rPr>
              <a:t>Component-Based Development:</a:t>
            </a:r>
            <a:r>
              <a:rPr lang="en-US" sz="1100">
                <a:sym typeface="Cairo"/>
              </a:rPr>
              <a:t> Used React.js to build reusable UI components.</a:t>
            </a:r>
          </a:p>
          <a:p>
            <a:pPr marL="0" lvl="0" indent="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100" b="1">
                <a:sym typeface="Cairo"/>
              </a:rPr>
              <a:t>State Management:</a:t>
            </a:r>
            <a:r>
              <a:rPr lang="en-US" sz="1100">
                <a:sym typeface="Cairo"/>
              </a:rPr>
              <a:t> Integrated Redux for managing global state efficiently.</a:t>
            </a:r>
          </a:p>
          <a:p>
            <a:pPr marL="0" lvl="0" indent="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100" b="1">
                <a:sym typeface="Cairo"/>
              </a:rPr>
              <a:t>Performance Optimization:</a:t>
            </a:r>
            <a:r>
              <a:rPr lang="en-US" sz="1100">
                <a:sym typeface="Cairo"/>
              </a:rPr>
              <a:t> Ensured fast loading and smooth navigation.</a:t>
            </a:r>
          </a:p>
          <a:p>
            <a:pPr marL="0" lvl="0" indent="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100" b="1">
                <a:sym typeface="Cairo"/>
              </a:rPr>
              <a:t>Cross-Browser Compatibility:</a:t>
            </a:r>
            <a:r>
              <a:rPr lang="en-US" sz="1100">
                <a:sym typeface="Cairo"/>
              </a:rPr>
              <a:t> Tested and optimized for various devices and browsers.</a:t>
            </a:r>
            <a:endParaRPr lang="en-US" sz="1100" b="1">
              <a:sym typeface="Cairo"/>
            </a:endParaRPr>
          </a:p>
        </p:txBody>
      </p:sp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C0F3A7C7-AF3F-BF55-DF33-9CC6FD430E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16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>
            <a:spLocks noGrp="1"/>
          </p:cNvSpPr>
          <p:nvPr>
            <p:ph type="title"/>
          </p:nvPr>
        </p:nvSpPr>
        <p:spPr>
          <a:xfrm>
            <a:off x="482600" y="612478"/>
            <a:ext cx="2525519" cy="391854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ts val="2400"/>
            </a:pPr>
            <a:r>
              <a:rPr lang="en-US" sz="3100"/>
              <a:t>Key Features Implemented</a:t>
            </a:r>
          </a:p>
        </p:txBody>
      </p:sp>
      <p:sp>
        <p:nvSpPr>
          <p:cNvPr id="196" name="Google Shape;196;p29"/>
          <p:cNvSpPr txBox="1">
            <a:spLocks noGrp="1"/>
          </p:cNvSpPr>
          <p:nvPr>
            <p:ph type="body" idx="1"/>
          </p:nvPr>
        </p:nvSpPr>
        <p:spPr>
          <a:xfrm>
            <a:off x="3490721" y="612478"/>
            <a:ext cx="3464779" cy="391854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>
                <a:sym typeface="Cairo"/>
              </a:rPr>
              <a:t>Homepage &amp; Navigation:</a:t>
            </a:r>
          </a:p>
          <a:p>
            <a:pPr marL="457200" lvl="0" indent="-34925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>
                <a:sym typeface="Cairo"/>
              </a:rPr>
              <a:t>Responsive design with Tailwind CSS.</a:t>
            </a:r>
          </a:p>
          <a:p>
            <a:pPr marL="457200" lvl="0" indent="-34925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>
                <a:sym typeface="Cairo"/>
              </a:rPr>
              <a:t>Dynamic navigation bar with category filters.</a:t>
            </a:r>
          </a:p>
          <a:p>
            <a:pPr marL="0" lvl="0" indent="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>
                <a:sym typeface="Cairo"/>
              </a:rPr>
              <a:t>Product Display &amp; Search:</a:t>
            </a:r>
          </a:p>
          <a:p>
            <a:pPr marL="457200" lvl="0" indent="-34925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>
                <a:sym typeface="Cairo"/>
              </a:rPr>
              <a:t>Interactive product listing with sorting and filtering.</a:t>
            </a:r>
          </a:p>
          <a:p>
            <a:pPr marL="457200" lvl="0" indent="-34925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>
                <a:sym typeface="Cairo"/>
              </a:rPr>
              <a:t>Search functionality with instant results.</a:t>
            </a:r>
          </a:p>
          <a:p>
            <a:pPr marL="0" lvl="0" indent="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>
                <a:sym typeface="Cairo"/>
              </a:rPr>
              <a:t>Shopping Cart &amp; Checkout:</a:t>
            </a:r>
          </a:p>
          <a:p>
            <a:pPr marL="457200" lvl="0" indent="-34925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>
                <a:sym typeface="Cairo"/>
              </a:rPr>
              <a:t>Redux-powered cart for seamless item management.</a:t>
            </a:r>
          </a:p>
          <a:p>
            <a:pPr marL="457200" lvl="0" indent="-34925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>
                <a:sym typeface="Cairo"/>
              </a:rPr>
              <a:t>Secure checkout integration.</a:t>
            </a:r>
            <a:endParaRPr lang="en-US" b="1">
              <a:sym typeface="Cairo"/>
            </a:endParaRPr>
          </a:p>
        </p:txBody>
      </p:sp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01B7F48A-59B2-AF40-2B5E-5997202A3F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17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Picture 274" descr="The radiologic figure of a skeleton">
            <a:extLst>
              <a:ext uri="{FF2B5EF4-FFF2-40B4-BE49-F238E27FC236}">
                <a16:creationId xmlns:a16="http://schemas.microsoft.com/office/drawing/2014/main" id="{D660FA9B-1890-A44E-3781-2A11221E811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prstClr val="white"/>
            </a:duotone>
          </a:blip>
          <a:srcRect l="31748" r="-2" b="-2"/>
          <a:stretch/>
        </p:blipFill>
        <p:spPr>
          <a:xfrm>
            <a:off x="3842657" y="10"/>
            <a:ext cx="5298961" cy="5143490"/>
          </a:xfrm>
          <a:custGeom>
            <a:avLst/>
            <a:gdLst/>
            <a:ahLst/>
            <a:cxnLst/>
            <a:rect l="l" t="t" r="r" b="b"/>
            <a:pathLst>
              <a:path w="7065281" h="6858001">
                <a:moveTo>
                  <a:pt x="379987" y="0"/>
                </a:moveTo>
                <a:lnTo>
                  <a:pt x="7065281" y="0"/>
                </a:lnTo>
                <a:lnTo>
                  <a:pt x="7065281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02" name="Google Shape;202;p30"/>
          <p:cNvSpPr txBox="1">
            <a:spLocks noGrp="1"/>
          </p:cNvSpPr>
          <p:nvPr>
            <p:ph type="title"/>
          </p:nvPr>
        </p:nvSpPr>
        <p:spPr>
          <a:xfrm>
            <a:off x="293496" y="1459721"/>
            <a:ext cx="3842636" cy="177682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r" defTabSz="457200">
              <a:spcAft>
                <a:spcPts val="0"/>
              </a:spcAft>
              <a:buSzPts val="3000"/>
            </a:pPr>
            <a:r>
              <a:rPr lang="en-US" sz="6000" b="1" dirty="0"/>
              <a:t>Back-End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2360645" cy="4073821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ts val="2400"/>
            </a:pPr>
            <a:r>
              <a:rPr lang="en-US" sz="3600" b="1" dirty="0"/>
              <a:t>Back-End</a:t>
            </a:r>
            <a:r>
              <a:rPr lang="en-US" sz="3600" dirty="0"/>
              <a:t> </a:t>
            </a:r>
          </a:p>
        </p:txBody>
      </p:sp>
      <p:sp>
        <p:nvSpPr>
          <p:cNvPr id="209" name="Google Shape;209;p31"/>
          <p:cNvSpPr txBox="1">
            <a:spLocks noGrp="1"/>
          </p:cNvSpPr>
          <p:nvPr>
            <p:ph type="body" idx="1"/>
          </p:nvPr>
        </p:nvSpPr>
        <p:spPr>
          <a:xfrm>
            <a:off x="3101817" y="981006"/>
            <a:ext cx="5023703" cy="3010092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lvl="0" indent="-36195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 dirty="0">
                <a:sym typeface="Cairo"/>
              </a:rPr>
              <a:t>.NET (C#) </a:t>
            </a:r>
            <a:r>
              <a:rPr lang="en-US" dirty="0">
                <a:sym typeface="Cairo"/>
              </a:rPr>
              <a:t>– Backend development</a:t>
            </a:r>
          </a:p>
          <a:p>
            <a:pPr marL="457200" lvl="0" indent="-36195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 dirty="0">
                <a:sym typeface="Cairo"/>
              </a:rPr>
              <a:t>ASP.NET Web APIs (MC)</a:t>
            </a:r>
            <a:r>
              <a:rPr lang="en-US" dirty="0">
                <a:sym typeface="Cairo"/>
              </a:rPr>
              <a:t>: </a:t>
            </a:r>
          </a:p>
          <a:p>
            <a:pPr marL="457200" lvl="0" indent="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 dirty="0">
                <a:sym typeface="Cairo"/>
              </a:rPr>
              <a:t>RESTful</a:t>
            </a:r>
            <a:r>
              <a:rPr lang="en-US" dirty="0">
                <a:sym typeface="Cairo"/>
              </a:rPr>
              <a:t> web service(Backend communication)</a:t>
            </a:r>
          </a:p>
          <a:p>
            <a:pPr marL="457200" lvl="0" indent="-36195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 dirty="0">
                <a:sym typeface="Cairo"/>
              </a:rPr>
              <a:t>Entity Framework </a:t>
            </a:r>
            <a:r>
              <a:rPr lang="en-US" dirty="0">
                <a:sym typeface="Cairo"/>
              </a:rPr>
              <a:t>– ORM for database interactions</a:t>
            </a:r>
          </a:p>
          <a:p>
            <a:pPr marL="457200" lvl="0" indent="-36195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 dirty="0">
                <a:sym typeface="Cairo"/>
              </a:rPr>
              <a:t>JWT (JSON Web Token) </a:t>
            </a:r>
            <a:r>
              <a:rPr lang="en-US" dirty="0">
                <a:sym typeface="Cairo"/>
              </a:rPr>
              <a:t>– Authentication &amp; security</a:t>
            </a:r>
          </a:p>
        </p:txBody>
      </p:sp>
      <p:pic>
        <p:nvPicPr>
          <p:cNvPr id="213" name="Google Shape;213;p31"/>
          <p:cNvPicPr preferRelativeResize="0"/>
          <p:nvPr/>
        </p:nvPicPr>
        <p:blipFill rotWithShape="1">
          <a:blip r:embed="rId3"/>
          <a:stretch/>
        </p:blipFill>
        <p:spPr>
          <a:xfrm>
            <a:off x="3069563" y="3638550"/>
            <a:ext cx="789740" cy="892471"/>
          </a:xfrm>
          <a:prstGeom prst="rect">
            <a:avLst/>
          </a:prstGeom>
          <a:noFill/>
        </p:spPr>
      </p:pic>
      <p:pic>
        <p:nvPicPr>
          <p:cNvPr id="211" name="Google Shape;211;p31"/>
          <p:cNvPicPr preferRelativeResize="0"/>
          <p:nvPr/>
        </p:nvPicPr>
        <p:blipFill rotWithShape="1">
          <a:blip r:embed="rId4"/>
          <a:stretch/>
        </p:blipFill>
        <p:spPr>
          <a:xfrm>
            <a:off x="4401631" y="3660446"/>
            <a:ext cx="848678" cy="848678"/>
          </a:xfrm>
          <a:prstGeom prst="rect">
            <a:avLst/>
          </a:prstGeom>
          <a:noFill/>
        </p:spPr>
      </p:pic>
      <p:pic>
        <p:nvPicPr>
          <p:cNvPr id="210" name="Google Shape;210;p31"/>
          <p:cNvPicPr preferRelativeResize="0"/>
          <p:nvPr/>
        </p:nvPicPr>
        <p:blipFill rotWithShape="1">
          <a:blip r:embed="rId5"/>
          <a:stretch/>
        </p:blipFill>
        <p:spPr>
          <a:xfrm>
            <a:off x="5700337" y="3706892"/>
            <a:ext cx="848678" cy="755787"/>
          </a:xfrm>
          <a:prstGeom prst="rect">
            <a:avLst/>
          </a:prstGeom>
          <a:noFill/>
        </p:spPr>
      </p:pic>
      <p:pic>
        <p:nvPicPr>
          <p:cNvPr id="212" name="Google Shape;212;p31"/>
          <p:cNvPicPr preferRelativeResize="0"/>
          <p:nvPr/>
        </p:nvPicPr>
        <p:blipFill rotWithShape="1">
          <a:blip r:embed="rId6"/>
          <a:stretch/>
        </p:blipFill>
        <p:spPr>
          <a:xfrm>
            <a:off x="7328724" y="3872616"/>
            <a:ext cx="848678" cy="424339"/>
          </a:xfrm>
          <a:prstGeom prst="rect">
            <a:avLst/>
          </a:prstGeom>
          <a:noFill/>
        </p:spPr>
      </p:pic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7263C3FA-1C8B-7758-10D1-807D91D97A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19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Picture 239">
            <a:extLst>
              <a:ext uri="{FF2B5EF4-FFF2-40B4-BE49-F238E27FC236}">
                <a16:creationId xmlns:a16="http://schemas.microsoft.com/office/drawing/2014/main" id="{D746478A-BE6E-46D5-2BDB-7489B5451A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17" r="10555" b="1"/>
          <a:stretch/>
        </p:blipFill>
        <p:spPr>
          <a:xfrm>
            <a:off x="3962400" y="10"/>
            <a:ext cx="5181600" cy="5143490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19" name="Google Shape;219;p32"/>
          <p:cNvSpPr txBox="1">
            <a:spLocks noGrp="1"/>
          </p:cNvSpPr>
          <p:nvPr>
            <p:ph type="title"/>
          </p:nvPr>
        </p:nvSpPr>
        <p:spPr>
          <a:xfrm>
            <a:off x="277543" y="390294"/>
            <a:ext cx="6963315" cy="99060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ts val="2400"/>
            </a:pPr>
            <a:r>
              <a:rPr lang="en-US" sz="2800" b="1" dirty="0"/>
              <a:t>Design Patterns for ASP.NET Web APIs</a:t>
            </a:r>
          </a:p>
        </p:txBody>
      </p:sp>
      <p:sp>
        <p:nvSpPr>
          <p:cNvPr id="220" name="Google Shape;220;p32"/>
          <p:cNvSpPr txBox="1">
            <a:spLocks noGrp="1"/>
          </p:cNvSpPr>
          <p:nvPr>
            <p:ph type="body" idx="1"/>
          </p:nvPr>
        </p:nvSpPr>
        <p:spPr>
          <a:xfrm>
            <a:off x="508000" y="1620441"/>
            <a:ext cx="3640254" cy="291058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lvl="0" indent="-34290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100" b="1" dirty="0">
                <a:sym typeface="Cairo"/>
              </a:rPr>
              <a:t>a) Repository Pattern</a:t>
            </a:r>
          </a:p>
          <a:p>
            <a:pPr marL="45720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dirty="0">
                <a:sym typeface="Cairo"/>
              </a:rPr>
              <a:t>Purpose: Separates data access logic from the business logic.‎</a:t>
            </a:r>
          </a:p>
          <a:p>
            <a:pPr marL="45720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dirty="0">
                <a:sym typeface="Cairo"/>
              </a:rPr>
              <a:t>Benefits: Improves maintainability, testability, and reduces code duplication.‎</a:t>
            </a:r>
          </a:p>
          <a:p>
            <a:pPr marL="45720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sz="1000" dirty="0">
              <a:sym typeface="Cairo"/>
            </a:endParaRPr>
          </a:p>
          <a:p>
            <a:pPr marL="457200" lvl="0" indent="-34290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100" b="1" dirty="0">
                <a:sym typeface="Cairo"/>
              </a:rPr>
              <a:t>b) Unit of Work Pattern</a:t>
            </a:r>
          </a:p>
          <a:p>
            <a:pPr marL="45720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dirty="0">
                <a:sym typeface="Cairo"/>
              </a:rPr>
              <a:t>Purpose: Manages database transactions efficiently, ensuring data consistency.‎</a:t>
            </a:r>
          </a:p>
          <a:p>
            <a:pPr marL="45720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dirty="0">
                <a:sym typeface="Cairo"/>
              </a:rPr>
              <a:t>Usage: Typically used with the Repository Pattern.‎</a:t>
            </a:r>
          </a:p>
          <a:p>
            <a:pPr marL="45720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sz="900" b="1" dirty="0">
              <a:sym typeface="Cairo"/>
            </a:endParaRPr>
          </a:p>
        </p:txBody>
      </p:sp>
      <p:sp>
        <p:nvSpPr>
          <p:cNvPr id="221" name="Google Shape;221;p32"/>
          <p:cNvSpPr txBox="1">
            <a:spLocks noGrp="1"/>
          </p:cNvSpPr>
          <p:nvPr>
            <p:ph type="sldNum" idx="12"/>
          </p:nvPr>
        </p:nvSpPr>
        <p:spPr>
          <a:xfrm>
            <a:off x="6442997" y="4531021"/>
            <a:ext cx="512504" cy="27384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R="0" lvl="0" indent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700" b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marR="0" lvl="0" indent="0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20</a:t>
            </a:fld>
            <a:endParaRPr lang="en-US" sz="7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396CE07B-31F0-C72A-EE87-1997B524495C}"/>
              </a:ext>
            </a:extLst>
          </p:cNvPr>
          <p:cNvSpPr txBox="1">
            <a:spLocks/>
          </p:cNvSpPr>
          <p:nvPr/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marL="0" marR="0" lv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fld id="{00000000-1234-1234-1234-123412341234}" type="slidenum">
              <a:rPr lang="az" sz="2400" b="1" smtClean="0">
                <a:solidFill>
                  <a:srgbClr val="92D050"/>
                </a:solidFill>
              </a:rPr>
              <a:pPr/>
              <a:t>20</a:t>
            </a:fld>
            <a:endParaRPr lang="az"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>
            <a:spLocks noGrp="1"/>
          </p:cNvSpPr>
          <p:nvPr>
            <p:ph type="title"/>
          </p:nvPr>
        </p:nvSpPr>
        <p:spPr>
          <a:xfrm>
            <a:off x="-76200" y="457200"/>
            <a:ext cx="7854950" cy="92202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ts val="2400"/>
            </a:pPr>
            <a:r>
              <a:rPr lang="en-US" sz="3100" b="1" dirty="0"/>
              <a:t>Architecture Patterns for ASP.NET Web APIs</a:t>
            </a:r>
          </a:p>
        </p:txBody>
      </p:sp>
      <p:sp>
        <p:nvSpPr>
          <p:cNvPr id="227" name="Google Shape;227;p33"/>
          <p:cNvSpPr txBox="1">
            <a:spLocks noGrp="1"/>
          </p:cNvSpPr>
          <p:nvPr>
            <p:ph type="body" idx="1"/>
          </p:nvPr>
        </p:nvSpPr>
        <p:spPr>
          <a:xfrm>
            <a:off x="451318" y="1603903"/>
            <a:ext cx="3631580" cy="2811993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lvl="0" indent="-34290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50" b="1" dirty="0">
                <a:sym typeface="Cairo"/>
              </a:rPr>
              <a:t>Layered Architecture (N-Tier) Structure:‎</a:t>
            </a:r>
          </a:p>
          <a:p>
            <a:pPr marL="45720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50" dirty="0" err="1">
                <a:sym typeface="Cairo"/>
              </a:rPr>
              <a:t>i</a:t>
            </a:r>
            <a:r>
              <a:rPr lang="en-US" sz="1050" dirty="0">
                <a:sym typeface="Cairo"/>
              </a:rPr>
              <a:t>.‎	Presentation Layer (Controllers)‎</a:t>
            </a:r>
          </a:p>
          <a:p>
            <a:pPr marL="45720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50" dirty="0">
                <a:sym typeface="Cairo"/>
              </a:rPr>
              <a:t>ii.‎	Business Logic Layer (Service Layer)‎</a:t>
            </a:r>
          </a:p>
          <a:p>
            <a:pPr marL="45720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50" dirty="0">
                <a:sym typeface="Cairo"/>
              </a:rPr>
              <a:t>iii.‎</a:t>
            </a:r>
            <a:r>
              <a:rPr lang="ar-EG" sz="1050" dirty="0">
                <a:sym typeface="Cairo"/>
              </a:rPr>
              <a:t>      </a:t>
            </a:r>
            <a:r>
              <a:rPr lang="en-US" sz="1050" dirty="0">
                <a:sym typeface="Cairo"/>
              </a:rPr>
              <a:t>Data Access Layer (Repositories/EF Core)‎</a:t>
            </a:r>
          </a:p>
          <a:p>
            <a:pPr marL="45720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50" dirty="0">
                <a:sym typeface="Cairo"/>
              </a:rPr>
              <a:t>iv.‎	Database Layer</a:t>
            </a:r>
          </a:p>
          <a:p>
            <a:pPr marL="45720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sz="1050" b="1" dirty="0">
              <a:sym typeface="Cairo"/>
            </a:endParaRPr>
          </a:p>
          <a:p>
            <a:pPr marL="45720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50" b="1" dirty="0">
                <a:sym typeface="Cairo"/>
              </a:rPr>
              <a:t>Best for: </a:t>
            </a:r>
            <a:r>
              <a:rPr lang="en-US" sz="1050" dirty="0">
                <a:sym typeface="Cairo"/>
              </a:rPr>
              <a:t>Traditional enterprise applications.</a:t>
            </a:r>
            <a:r>
              <a:rPr lang="en-US" sz="1050" b="1" dirty="0">
                <a:sym typeface="Cairo"/>
              </a:rPr>
              <a:t>‎</a:t>
            </a:r>
          </a:p>
          <a:p>
            <a:pPr marL="45720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sz="1050" b="1" dirty="0">
              <a:sym typeface="Cairo"/>
            </a:endParaRPr>
          </a:p>
          <a:p>
            <a:pPr marL="45720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50" b="1" dirty="0">
                <a:sym typeface="Cairo"/>
              </a:rPr>
              <a:t>Pros: </a:t>
            </a:r>
            <a:r>
              <a:rPr lang="en-US" sz="1050" dirty="0">
                <a:sym typeface="Cairo"/>
              </a:rPr>
              <a:t>Modular and easy to maintain</a:t>
            </a:r>
            <a:r>
              <a:rPr lang="en-US" sz="900" dirty="0">
                <a:sym typeface="Cairo"/>
              </a:rPr>
              <a:t>.</a:t>
            </a:r>
          </a:p>
          <a:p>
            <a:pPr marL="45720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sz="800" b="1" dirty="0">
              <a:sym typeface="Cairo"/>
            </a:endParaRPr>
          </a:p>
        </p:txBody>
      </p:sp>
      <p:pic>
        <p:nvPicPr>
          <p:cNvPr id="229" name="Google Shape;229;p33"/>
          <p:cNvPicPr preferRelativeResize="0"/>
          <p:nvPr/>
        </p:nvPicPr>
        <p:blipFill rotWithShape="1">
          <a:blip r:embed="rId3"/>
          <a:stretch/>
        </p:blipFill>
        <p:spPr>
          <a:xfrm>
            <a:off x="5587617" y="1355090"/>
            <a:ext cx="2812936" cy="2812936"/>
          </a:xfrm>
          <a:prstGeom prst="rect">
            <a:avLst/>
          </a:prstGeom>
          <a:noFill/>
        </p:spPr>
      </p:pic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E600EDA9-AFF3-7E65-C385-2407D30F3F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21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0" cy="99060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ts val="2400"/>
            </a:pPr>
            <a:r>
              <a:rPr lang="en-US" sz="3600" b="1"/>
              <a:t>Back-End Tools</a:t>
            </a:r>
          </a:p>
        </p:txBody>
      </p:sp>
      <p:sp>
        <p:nvSpPr>
          <p:cNvPr id="235" name="Google Shape;235;p34"/>
          <p:cNvSpPr txBox="1">
            <a:spLocks noGrp="1"/>
          </p:cNvSpPr>
          <p:nvPr>
            <p:ph type="body" idx="1"/>
          </p:nvPr>
        </p:nvSpPr>
        <p:spPr>
          <a:xfrm>
            <a:off x="510868" y="1620441"/>
            <a:ext cx="3311101" cy="291058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lvl="0" indent="-34290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400" b="1" dirty="0">
                <a:sym typeface="Cairo"/>
              </a:rPr>
              <a:t>Visual Studio  </a:t>
            </a:r>
          </a:p>
          <a:p>
            <a:pPr marL="914400" lvl="0" indent="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sz="1400" b="1" dirty="0">
              <a:sym typeface="Cairo"/>
            </a:endParaRPr>
          </a:p>
          <a:p>
            <a:pPr marL="457200" lvl="0" indent="-34290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400" b="1" dirty="0">
                <a:sym typeface="Cairo"/>
              </a:rPr>
              <a:t>Swagger UI AND POSTMAN </a:t>
            </a:r>
          </a:p>
          <a:p>
            <a:pPr marL="914400" lvl="0" indent="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sz="1400" b="1" dirty="0">
              <a:sym typeface="Cairo"/>
            </a:endParaRPr>
          </a:p>
          <a:p>
            <a:pPr marL="457200" lvl="0" indent="-34290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400" b="1" dirty="0">
                <a:sym typeface="Cairo"/>
              </a:rPr>
              <a:t>Redis Manager</a:t>
            </a:r>
          </a:p>
          <a:p>
            <a:pPr marL="914400" lvl="0" indent="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sz="1400" b="1" dirty="0">
              <a:sym typeface="Cairo"/>
            </a:endParaRPr>
          </a:p>
          <a:p>
            <a:pPr marL="457200" lvl="0" indent="-34290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400" b="1" dirty="0">
                <a:sym typeface="Cairo"/>
              </a:rPr>
              <a:t>SQL Server management</a:t>
            </a:r>
          </a:p>
          <a:p>
            <a:pPr marL="457200" lvl="0" indent="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b="1" dirty="0">
              <a:sym typeface="Cairo"/>
            </a:endParaRPr>
          </a:p>
        </p:txBody>
      </p:sp>
      <p:pic>
        <p:nvPicPr>
          <p:cNvPr id="236" name="Google Shape;236;p34"/>
          <p:cNvPicPr preferRelativeResize="0"/>
          <p:nvPr/>
        </p:nvPicPr>
        <p:blipFill rotWithShape="1">
          <a:blip r:embed="rId3"/>
          <a:srcRect r="3" b="1625"/>
          <a:stretch/>
        </p:blipFill>
        <p:spPr>
          <a:xfrm>
            <a:off x="4761951" y="1149008"/>
            <a:ext cx="1422149" cy="1399080"/>
          </a:xfrm>
          <a:prstGeom prst="rect">
            <a:avLst/>
          </a:prstGeom>
          <a:noFill/>
        </p:spPr>
      </p:pic>
      <p:pic>
        <p:nvPicPr>
          <p:cNvPr id="239" name="Google Shape;239;p34"/>
          <p:cNvPicPr preferRelativeResize="0"/>
          <p:nvPr/>
        </p:nvPicPr>
        <p:blipFill rotWithShape="1">
          <a:blip r:embed="rId4"/>
          <a:srcRect l="8871" r="10475" b="3"/>
          <a:stretch/>
        </p:blipFill>
        <p:spPr>
          <a:xfrm>
            <a:off x="7124083" y="1172670"/>
            <a:ext cx="1422149" cy="1399080"/>
          </a:xfrm>
          <a:prstGeom prst="rect">
            <a:avLst/>
          </a:prstGeom>
          <a:noFill/>
        </p:spPr>
      </p:pic>
      <p:pic>
        <p:nvPicPr>
          <p:cNvPr id="237" name="Google Shape;237;p34"/>
          <p:cNvPicPr preferRelativeResize="0"/>
          <p:nvPr/>
        </p:nvPicPr>
        <p:blipFill rotWithShape="1">
          <a:blip r:embed="rId5"/>
          <a:srcRect t="811" r="-10" b="801"/>
          <a:stretch/>
        </p:blipFill>
        <p:spPr>
          <a:xfrm>
            <a:off x="4796763" y="3094311"/>
            <a:ext cx="1422149" cy="1399080"/>
          </a:xfrm>
          <a:prstGeom prst="rect">
            <a:avLst/>
          </a:prstGeom>
          <a:noFill/>
        </p:spPr>
      </p:pic>
      <p:pic>
        <p:nvPicPr>
          <p:cNvPr id="238" name="Google Shape;238;p34"/>
          <p:cNvPicPr preferRelativeResize="0"/>
          <p:nvPr/>
        </p:nvPicPr>
        <p:blipFill rotWithShape="1">
          <a:blip r:embed="rId6"/>
          <a:srcRect l="16037" r="16506" b="3"/>
          <a:stretch/>
        </p:blipFill>
        <p:spPr>
          <a:xfrm>
            <a:off x="7193707" y="3094311"/>
            <a:ext cx="1422149" cy="1399080"/>
          </a:xfrm>
          <a:prstGeom prst="rect">
            <a:avLst/>
          </a:prstGeom>
          <a:noFill/>
        </p:spPr>
      </p:pic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DF126160-F794-7414-AE45-05EBA2EA3A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22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Picture 289" descr="Mobile device with apps">
            <a:extLst>
              <a:ext uri="{FF2B5EF4-FFF2-40B4-BE49-F238E27FC236}">
                <a16:creationId xmlns:a16="http://schemas.microsoft.com/office/drawing/2014/main" id="{6480EE20-87E8-A45F-13B6-453ED846D2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929" t="9091"/>
          <a:stretch/>
        </p:blipFill>
        <p:spPr>
          <a:xfrm>
            <a:off x="3202390" y="10"/>
            <a:ext cx="5941610" cy="5143490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45" name="Google Shape;245;p35"/>
          <p:cNvSpPr txBox="1">
            <a:spLocks noGrp="1"/>
          </p:cNvSpPr>
          <p:nvPr>
            <p:ph type="title"/>
          </p:nvPr>
        </p:nvSpPr>
        <p:spPr>
          <a:xfrm>
            <a:off x="442176" y="1303603"/>
            <a:ext cx="3066142" cy="177682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r" defTabSz="457200">
              <a:spcAft>
                <a:spcPts val="0"/>
              </a:spcAft>
              <a:buSzPts val="3000"/>
            </a:pPr>
            <a:r>
              <a:rPr lang="en-US" sz="6000" b="1" dirty="0"/>
              <a:t>Mobile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Picture 271">
            <a:extLst>
              <a:ext uri="{FF2B5EF4-FFF2-40B4-BE49-F238E27FC236}">
                <a16:creationId xmlns:a16="http://schemas.microsoft.com/office/drawing/2014/main" id="{EAD4F1D3-57A7-B024-7548-DC6D9B63F9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892"/>
          <a:stretch/>
        </p:blipFill>
        <p:spPr>
          <a:xfrm>
            <a:off x="3202390" y="10"/>
            <a:ext cx="5941610" cy="5143490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51" name="Google Shape;251;p36"/>
          <p:cNvSpPr txBox="1">
            <a:spLocks noGrp="1"/>
          </p:cNvSpPr>
          <p:nvPr>
            <p:ph type="title"/>
          </p:nvPr>
        </p:nvSpPr>
        <p:spPr>
          <a:xfrm>
            <a:off x="507999" y="457200"/>
            <a:ext cx="2888343" cy="99060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ts val="2400"/>
            </a:pPr>
            <a:r>
              <a:rPr lang="en-US" sz="3100" dirty="0"/>
              <a:t>Mobile app objective</a:t>
            </a:r>
          </a:p>
        </p:txBody>
      </p:sp>
      <p:sp>
        <p:nvSpPr>
          <p:cNvPr id="252" name="Google Shape;252;p36"/>
          <p:cNvSpPr txBox="1">
            <a:spLocks noGrp="1"/>
          </p:cNvSpPr>
          <p:nvPr>
            <p:ph type="body" idx="1"/>
          </p:nvPr>
        </p:nvSpPr>
        <p:spPr>
          <a:xfrm>
            <a:off x="579099" y="1740243"/>
            <a:ext cx="2939535" cy="2298357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lvl="0" indent="-22860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 dirty="0">
                <a:sym typeface="Cairo"/>
              </a:rPr>
              <a:t>Why :</a:t>
            </a:r>
          </a:p>
          <a:p>
            <a:pPr marL="152400" indent="0">
              <a:buNone/>
            </a:pPr>
            <a:r>
              <a:rPr lang="en-US" dirty="0"/>
              <a:t>		- More Users </a:t>
            </a:r>
          </a:p>
          <a:p>
            <a:pPr marL="152400" indent="0">
              <a:buNone/>
            </a:pPr>
            <a:r>
              <a:rPr lang="en-US" dirty="0"/>
              <a:t>		- Better Experience </a:t>
            </a:r>
          </a:p>
          <a:p>
            <a:pPr marL="152400" indent="0">
              <a:buNone/>
            </a:pPr>
            <a:r>
              <a:rPr lang="en-US" dirty="0"/>
              <a:t>		- Push Notifications </a:t>
            </a:r>
            <a:endParaRPr lang="en-US" b="1" dirty="0">
              <a:sym typeface="Cairo"/>
            </a:endParaRPr>
          </a:p>
          <a:p>
            <a:pPr marL="457200" lvl="0" indent="-22860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 dirty="0">
                <a:sym typeface="Cairo"/>
              </a:rPr>
              <a:t>Objective:</a:t>
            </a:r>
            <a:r>
              <a:rPr lang="en-US" dirty="0">
                <a:sym typeface="Cairo"/>
              </a:rPr>
              <a:t> Build an efficient mobile shopping app and extract data-driven insights to improve user experience and sales.</a:t>
            </a:r>
          </a:p>
          <a:p>
            <a:pPr marL="0" lvl="0" indent="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b="1" dirty="0">
              <a:sym typeface="Cairo"/>
            </a:endParaRPr>
          </a:p>
          <a:p>
            <a:pPr marL="0" lvl="0" indent="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b="1" dirty="0">
              <a:sym typeface="Cairo"/>
            </a:endParaRPr>
          </a:p>
          <a:p>
            <a:pPr marL="0" lvl="0" indent="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b="1" dirty="0">
              <a:sym typeface="Cairo"/>
            </a:endParaRPr>
          </a:p>
        </p:txBody>
      </p:sp>
      <p:sp>
        <p:nvSpPr>
          <p:cNvPr id="253" name="Google Shape;253;p36"/>
          <p:cNvSpPr txBox="1">
            <a:spLocks noGrp="1"/>
          </p:cNvSpPr>
          <p:nvPr>
            <p:ph type="sldNum" idx="12"/>
          </p:nvPr>
        </p:nvSpPr>
        <p:spPr>
          <a:xfrm>
            <a:off x="6442997" y="4531021"/>
            <a:ext cx="512504" cy="27384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R="0" lvl="0" indent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700" b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marR="0" lvl="0" indent="0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24</a:t>
            </a:fld>
            <a:endParaRPr lang="en-US" sz="7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7F49B95B-A18C-DF0E-F786-FADCA37E9747}"/>
              </a:ext>
            </a:extLst>
          </p:cNvPr>
          <p:cNvSpPr txBox="1">
            <a:spLocks/>
          </p:cNvSpPr>
          <p:nvPr/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marL="0" marR="0" lv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fld id="{00000000-1234-1234-1234-123412341234}" type="slidenum">
              <a:rPr lang="az" sz="2400" b="1" smtClean="0">
                <a:solidFill>
                  <a:srgbClr val="92D050"/>
                </a:solidFill>
              </a:rPr>
              <a:pPr/>
              <a:t>24</a:t>
            </a:fld>
            <a:endParaRPr lang="az"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7"/>
          <p:cNvSpPr txBox="1">
            <a:spLocks noGrp="1"/>
          </p:cNvSpPr>
          <p:nvPr>
            <p:ph type="title"/>
          </p:nvPr>
        </p:nvSpPr>
        <p:spPr>
          <a:xfrm>
            <a:off x="507559" y="457200"/>
            <a:ext cx="3934901" cy="9906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ts val="2400"/>
            </a:pPr>
            <a:r>
              <a:rPr lang="en-US" sz="2300" dirty="0"/>
              <a:t>Mobile Development Work</a:t>
            </a:r>
          </a:p>
        </p:txBody>
      </p:sp>
      <p:sp>
        <p:nvSpPr>
          <p:cNvPr id="259" name="Google Shape;259;p37"/>
          <p:cNvSpPr txBox="1">
            <a:spLocks noGrp="1"/>
          </p:cNvSpPr>
          <p:nvPr>
            <p:ph type="body" idx="1"/>
          </p:nvPr>
        </p:nvSpPr>
        <p:spPr>
          <a:xfrm>
            <a:off x="513874" y="1620440"/>
            <a:ext cx="3603531" cy="2814399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lvl="0" indent="-22860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 dirty="0">
                <a:sym typeface="Cairo"/>
              </a:rPr>
              <a:t>Tech Stack:</a:t>
            </a:r>
            <a:r>
              <a:rPr lang="en-US" sz="1000" dirty="0">
                <a:sym typeface="Cairo"/>
              </a:rPr>
              <a:t> Kotlin, Android Studio, and Retrofit</a:t>
            </a:r>
          </a:p>
          <a:p>
            <a:pPr marL="457200" lvl="0" indent="-22860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 dirty="0">
                <a:sym typeface="Cairo"/>
              </a:rPr>
              <a:t>Key Features Developed:</a:t>
            </a:r>
          </a:p>
          <a:p>
            <a:pPr marL="457200" lvl="0" indent="-34290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dirty="0">
                <a:sym typeface="Cairo"/>
              </a:rPr>
              <a:t>User authentication &amp; profile management.</a:t>
            </a:r>
          </a:p>
          <a:p>
            <a:pPr marL="457200" lvl="0" indent="-34290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dirty="0">
                <a:sym typeface="Cairo"/>
              </a:rPr>
              <a:t>Product browsing &amp; search functionality.</a:t>
            </a:r>
          </a:p>
          <a:p>
            <a:pPr marL="457200" lvl="0" indent="-34290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dirty="0">
                <a:sym typeface="Cairo"/>
              </a:rPr>
              <a:t>Shopping cart &amp; checkout system.</a:t>
            </a:r>
          </a:p>
          <a:p>
            <a:pPr marL="457200" lvl="0" indent="-34290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dirty="0">
                <a:sym typeface="Cairo"/>
              </a:rPr>
              <a:t>Order tracking &amp; notifications.</a:t>
            </a:r>
          </a:p>
          <a:p>
            <a:pPr marL="457200" lvl="0" indent="-34290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dirty="0">
                <a:sym typeface="Cairo"/>
              </a:rPr>
              <a:t>Payment gateway integration.</a:t>
            </a:r>
          </a:p>
          <a:p>
            <a:pPr marL="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 dirty="0">
                <a:sym typeface="Cairo"/>
              </a:rPr>
              <a:t>Challenges &amp; Solutions:</a:t>
            </a:r>
            <a:r>
              <a:rPr lang="en-US" sz="1000" dirty="0">
                <a:sym typeface="Cairo"/>
              </a:rPr>
              <a:t> (e.g., optimizing performance, handling API responses efficiently).</a:t>
            </a:r>
            <a:endParaRPr lang="en-US" sz="1000" b="1" dirty="0">
              <a:sym typeface="Cairo"/>
            </a:endParaRPr>
          </a:p>
          <a:p>
            <a:pPr marL="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sz="800" dirty="0">
              <a:sym typeface="Cairo"/>
            </a:endParaRPr>
          </a:p>
          <a:p>
            <a:pPr marL="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sz="800" b="1" dirty="0">
              <a:sym typeface="Cairo"/>
            </a:endParaRPr>
          </a:p>
        </p:txBody>
      </p:sp>
      <p:pic>
        <p:nvPicPr>
          <p:cNvPr id="281" name="Graphic 280" descr="Robot">
            <a:extLst>
              <a:ext uri="{FF2B5EF4-FFF2-40B4-BE49-F238E27FC236}">
                <a16:creationId xmlns:a16="http://schemas.microsoft.com/office/drawing/2014/main" id="{43D68BC6-681D-1F29-AE71-52C27DDDFE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270" y="797500"/>
            <a:ext cx="3452060" cy="3452060"/>
          </a:xfrm>
          <a:prstGeom prst="rect">
            <a:avLst/>
          </a:prstGeom>
        </p:spPr>
      </p:pic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B49C6C7E-6B11-E04F-444F-25EC66BF7F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25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 txBox="1">
            <a:spLocks noGrp="1"/>
          </p:cNvSpPr>
          <p:nvPr>
            <p:ph type="title"/>
          </p:nvPr>
        </p:nvSpPr>
        <p:spPr>
          <a:xfrm>
            <a:off x="553279" y="108795"/>
            <a:ext cx="2796807" cy="88180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ts val="2400"/>
            </a:pPr>
            <a:r>
              <a:rPr lang="en-US" sz="3600" b="1" dirty="0"/>
              <a:t>Mobile</a:t>
            </a:r>
            <a:r>
              <a:rPr lang="en-US" sz="3600" dirty="0"/>
              <a:t> </a:t>
            </a:r>
          </a:p>
        </p:txBody>
      </p:sp>
      <p:sp>
        <p:nvSpPr>
          <p:cNvPr id="266" name="Google Shape;266;p38"/>
          <p:cNvSpPr txBox="1">
            <a:spLocks noGrp="1"/>
          </p:cNvSpPr>
          <p:nvPr>
            <p:ph type="body" idx="1"/>
          </p:nvPr>
        </p:nvSpPr>
        <p:spPr>
          <a:xfrm>
            <a:off x="53340" y="1081854"/>
            <a:ext cx="4518659" cy="3730445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 fontScale="92500"/>
          </a:bodyPr>
          <a:lstStyle/>
          <a:p>
            <a:pPr marL="457200" lvl="0" indent="-3492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500" b="1" dirty="0">
                <a:sym typeface="Arial"/>
              </a:rPr>
              <a:t>Architecture Patterns</a:t>
            </a:r>
          </a:p>
          <a:p>
            <a:pPr marL="45720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 dirty="0">
                <a:sym typeface="Arial"/>
              </a:rPr>
              <a:t> MVVM (Model-View-View Model)</a:t>
            </a:r>
          </a:p>
          <a:p>
            <a:pPr marL="914400" lvl="1" indent="-2984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dirty="0">
                <a:sym typeface="Arial"/>
              </a:rPr>
              <a:t>The recommended pattern for Android.</a:t>
            </a:r>
          </a:p>
          <a:p>
            <a:pPr marL="914400" lvl="1" indent="-2984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dirty="0">
                <a:sym typeface="Arial"/>
              </a:rPr>
              <a:t>Helps separate UI logic (View) from business logic (View Model).</a:t>
            </a:r>
          </a:p>
          <a:p>
            <a:pPr marL="914400" lvl="1" indent="-2984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dirty="0">
                <a:sym typeface="Arial"/>
              </a:rPr>
              <a:t>Works well with Jetpack components like Live Data, View Model.</a:t>
            </a:r>
          </a:p>
          <a:p>
            <a:pPr marL="0" lvl="0" indent="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sz="1000" dirty="0">
              <a:sym typeface="Arial"/>
            </a:endParaRPr>
          </a:p>
          <a:p>
            <a:pPr marL="457200" lvl="0" indent="-3492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700" b="1" dirty="0">
                <a:sym typeface="Arial"/>
              </a:rPr>
              <a:t> Design Patterns</a:t>
            </a:r>
          </a:p>
          <a:p>
            <a:pPr lvl="0" indent="-2984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 dirty="0">
                <a:sym typeface="Arial"/>
              </a:rPr>
              <a:t>Repository Pattern</a:t>
            </a:r>
            <a:r>
              <a:rPr lang="en-US" sz="1000" dirty="0">
                <a:sym typeface="Arial"/>
              </a:rPr>
              <a:t> (</a:t>
            </a:r>
            <a:r>
              <a:rPr lang="en-US" sz="1200" dirty="0"/>
              <a:t>Managing API Calls</a:t>
            </a:r>
            <a:r>
              <a:rPr lang="en-US" sz="1000" dirty="0">
                <a:sym typeface="Arial"/>
              </a:rPr>
              <a:t>)</a:t>
            </a:r>
          </a:p>
          <a:p>
            <a:pPr lvl="1" indent="-2984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dirty="0">
                <a:sym typeface="Arial"/>
              </a:rPr>
              <a:t>Centralizes data fetching logic (API, database, etc.).</a:t>
            </a:r>
          </a:p>
          <a:p>
            <a:pPr lvl="1" indent="-2984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dirty="0">
                <a:sym typeface="Arial"/>
              </a:rPr>
              <a:t>Helps manage different data sources in a scalable way.</a:t>
            </a:r>
          </a:p>
          <a:p>
            <a:pPr lvl="0" indent="-2984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b="1" dirty="0">
                <a:sym typeface="Arial"/>
              </a:rPr>
              <a:t>Singleton Pattern(</a:t>
            </a:r>
            <a:r>
              <a:rPr lang="en-US" sz="1000" dirty="0"/>
              <a:t>Avoiding Redundant Object Creation</a:t>
            </a:r>
            <a:r>
              <a:rPr lang="en-US" sz="1000" b="1" dirty="0">
                <a:sym typeface="Arial"/>
              </a:rPr>
              <a:t>)</a:t>
            </a:r>
          </a:p>
          <a:p>
            <a:pPr lvl="1" indent="-2984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000" dirty="0">
                <a:sym typeface="Arial"/>
              </a:rPr>
              <a:t>Ensures a single instance of Retrofit, Database, etc.</a:t>
            </a:r>
          </a:p>
          <a:p>
            <a:pPr marL="0" lvl="0" indent="0" defTabSz="457200">
              <a:lnSpc>
                <a:spcPct val="105000"/>
              </a:lnSpc>
              <a:spcBef>
                <a:spcPts val="1000"/>
              </a:spcBef>
              <a:buSzPct val="80000"/>
              <a:buNone/>
            </a:pPr>
            <a:endParaRPr lang="en-US" sz="400" dirty="0">
              <a:sym typeface="Arial"/>
            </a:endParaRPr>
          </a:p>
        </p:txBody>
      </p:sp>
      <p:pic>
        <p:nvPicPr>
          <p:cNvPr id="268" name="Google Shape;268;p38"/>
          <p:cNvPicPr preferRelativeResize="0"/>
          <p:nvPr/>
        </p:nvPicPr>
        <p:blipFill rotWithShape="1">
          <a:blip r:embed="rId3"/>
          <a:stretch/>
        </p:blipFill>
        <p:spPr>
          <a:xfrm>
            <a:off x="5710418" y="1442496"/>
            <a:ext cx="2606806" cy="2670550"/>
          </a:xfrm>
          <a:prstGeom prst="rect">
            <a:avLst/>
          </a:prstGeom>
          <a:noFill/>
        </p:spPr>
      </p:pic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08685965-BC3B-BC25-EEB4-5E557474F9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26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ts val="2400"/>
            </a:pPr>
            <a:r>
              <a:rPr lang="en-US" sz="3600" b="1" dirty="0"/>
              <a:t>Mobile Tools</a:t>
            </a:r>
          </a:p>
        </p:txBody>
      </p:sp>
      <p:sp>
        <p:nvSpPr>
          <p:cNvPr id="274" name="Google Shape;274;p39"/>
          <p:cNvSpPr txBox="1">
            <a:spLocks noGrp="1"/>
          </p:cNvSpPr>
          <p:nvPr>
            <p:ph type="body" idx="1"/>
          </p:nvPr>
        </p:nvSpPr>
        <p:spPr>
          <a:xfrm>
            <a:off x="507998" y="1620441"/>
            <a:ext cx="3713481" cy="291058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lvl="0" indent="-36195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400" b="1" dirty="0">
                <a:sym typeface="Cairo"/>
              </a:rPr>
              <a:t>Kotlin – </a:t>
            </a:r>
            <a:r>
              <a:rPr lang="en-US" sz="1400" dirty="0">
                <a:sym typeface="Cairo"/>
              </a:rPr>
              <a:t>Android app development</a:t>
            </a:r>
          </a:p>
          <a:p>
            <a:pPr marL="457200" lvl="0" indent="-36195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400" b="1" dirty="0">
                <a:sym typeface="Cairo"/>
              </a:rPr>
              <a:t>Retrofit – </a:t>
            </a:r>
            <a:r>
              <a:rPr lang="en-US" sz="1400" dirty="0">
                <a:sym typeface="Cairo"/>
              </a:rPr>
              <a:t>API communication</a:t>
            </a:r>
          </a:p>
          <a:p>
            <a:pPr marL="457200" lvl="0" indent="-36195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400" b="1" dirty="0">
                <a:sym typeface="Cairo"/>
              </a:rPr>
              <a:t>Android Studio</a:t>
            </a:r>
            <a:r>
              <a:rPr lang="en-US" sz="1400" dirty="0">
                <a:sym typeface="Cairo"/>
              </a:rPr>
              <a:t> - IDE</a:t>
            </a:r>
          </a:p>
        </p:txBody>
      </p:sp>
      <p:pic>
        <p:nvPicPr>
          <p:cNvPr id="276" name="Google Shape;276;p39"/>
          <p:cNvPicPr preferRelativeResize="0"/>
          <p:nvPr/>
        </p:nvPicPr>
        <p:blipFill rotWithShape="1">
          <a:blip r:embed="rId3"/>
          <a:stretch/>
        </p:blipFill>
        <p:spPr>
          <a:xfrm>
            <a:off x="6411859" y="922561"/>
            <a:ext cx="1378807" cy="1369912"/>
          </a:xfrm>
          <a:prstGeom prst="rect">
            <a:avLst/>
          </a:prstGeom>
          <a:noFill/>
        </p:spPr>
      </p:pic>
      <p:pic>
        <p:nvPicPr>
          <p:cNvPr id="275" name="Google Shape;275;p39"/>
          <p:cNvPicPr preferRelativeResize="0"/>
          <p:nvPr/>
        </p:nvPicPr>
        <p:blipFill rotWithShape="1">
          <a:blip r:embed="rId4"/>
          <a:stretch/>
        </p:blipFill>
        <p:spPr>
          <a:xfrm>
            <a:off x="6041050" y="2505393"/>
            <a:ext cx="1828901" cy="1369911"/>
          </a:xfrm>
          <a:prstGeom prst="rect">
            <a:avLst/>
          </a:prstGeom>
          <a:noFill/>
        </p:spPr>
      </p:pic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DD7740AA-652B-E11D-749F-CE3157E0AC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27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Picture 312" descr="Magnifying glass showing decling performance">
            <a:extLst>
              <a:ext uri="{FF2B5EF4-FFF2-40B4-BE49-F238E27FC236}">
                <a16:creationId xmlns:a16="http://schemas.microsoft.com/office/drawing/2014/main" id="{2CDDA5E6-99E2-7CB1-9444-3BA11CEB9E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9" r="22083"/>
          <a:stretch/>
        </p:blipFill>
        <p:spPr>
          <a:xfrm>
            <a:off x="3202390" y="10"/>
            <a:ext cx="5941610" cy="5143490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82" name="Google Shape;282;p40"/>
          <p:cNvSpPr txBox="1">
            <a:spLocks noGrp="1"/>
          </p:cNvSpPr>
          <p:nvPr>
            <p:ph type="title"/>
          </p:nvPr>
        </p:nvSpPr>
        <p:spPr>
          <a:xfrm>
            <a:off x="-1163598" y="1296170"/>
            <a:ext cx="5244945" cy="177682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Autofit/>
          </a:bodyPr>
          <a:lstStyle/>
          <a:p>
            <a:pPr marL="0" lvl="0" indent="0" algn="r" defTabSz="457200"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4800" b="1" dirty="0"/>
              <a:t>Data Analysis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8352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az" sz="3600" dirty="0"/>
              <a:t>Data Analysis Tools</a:t>
            </a:r>
            <a:endParaRPr sz="3600" dirty="0"/>
          </a:p>
        </p:txBody>
      </p:sp>
      <p:sp>
        <p:nvSpPr>
          <p:cNvPr id="295" name="Google Shape;295;p4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FFFFFF"/>
                </a:solidFill>
              </a:rPr>
              <a:t>29</a:t>
            </a:fld>
            <a:endParaRPr sz="2400" b="1">
              <a:solidFill>
                <a:srgbClr val="FFFFFF"/>
              </a:solidFill>
            </a:endParaRPr>
          </a:p>
        </p:txBody>
      </p:sp>
      <p:pic>
        <p:nvPicPr>
          <p:cNvPr id="290" name="Google Shape;290;p41" descr="A green square with white x on i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0935" y="1886957"/>
            <a:ext cx="1072542" cy="95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1" descr="A logo of a company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63112" y="1518607"/>
            <a:ext cx="1726905" cy="1516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1" descr="A blue and black 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 t="173" b="173"/>
          <a:stretch/>
        </p:blipFill>
        <p:spPr>
          <a:xfrm>
            <a:off x="5615142" y="3510906"/>
            <a:ext cx="1072541" cy="121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1" descr="A blue text on a black background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55823" y="3018220"/>
            <a:ext cx="1865335" cy="7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1" descr="A colorful circular logo with blue text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36179" y="3688080"/>
            <a:ext cx="1285965" cy="10363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7" name="Google Shape;289;p41">
            <a:extLst>
              <a:ext uri="{FF2B5EF4-FFF2-40B4-BE49-F238E27FC236}">
                <a16:creationId xmlns:a16="http://schemas.microsoft.com/office/drawing/2014/main" id="{CC9834CD-CE76-E5B0-F9F7-7B7D2EAB54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0837213"/>
              </p:ext>
            </p:extLst>
          </p:nvPr>
        </p:nvGraphicFramePr>
        <p:xfrm>
          <a:off x="311700" y="1618200"/>
          <a:ext cx="4779600" cy="3446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62D3152D-AE8A-B1BA-86C3-35415511BAFE}"/>
              </a:ext>
            </a:extLst>
          </p:cNvPr>
          <p:cNvSpPr txBox="1">
            <a:spLocks/>
          </p:cNvSpPr>
          <p:nvPr/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marL="0" marR="0" lv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kern="1200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fld id="{00000000-1234-1234-1234-123412341234}" type="slidenum">
              <a:rPr lang="az" sz="2400" b="1" smtClean="0">
                <a:solidFill>
                  <a:srgbClr val="92D050"/>
                </a:solidFill>
              </a:rPr>
              <a:pPr/>
              <a:t>29</a:t>
            </a:fld>
            <a:endParaRPr lang="az"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2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ts val="2400"/>
            </a:pPr>
            <a:r>
              <a:rPr lang="en-US" sz="3600" dirty="0"/>
              <a:t>Project Overview </a:t>
            </a:r>
          </a:p>
        </p:txBody>
      </p:sp>
      <p:sp>
        <p:nvSpPr>
          <p:cNvPr id="301" name="Google Shape;301;p42"/>
          <p:cNvSpPr txBox="1">
            <a:spLocks noGrp="1"/>
          </p:cNvSpPr>
          <p:nvPr>
            <p:ph type="body" idx="1"/>
          </p:nvPr>
        </p:nvSpPr>
        <p:spPr>
          <a:xfrm>
            <a:off x="0" y="1620441"/>
            <a:ext cx="4340612" cy="291058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lvl="0" indent="-38100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 dirty="0">
                <a:sym typeface="Cairo"/>
              </a:rPr>
              <a:t>Objective: </a:t>
            </a:r>
            <a:r>
              <a:rPr lang="en-US" dirty="0">
                <a:sym typeface="Cairo"/>
              </a:rPr>
              <a:t>Understanding customer behavior, sales trends, and optimizing business strategies.</a:t>
            </a:r>
          </a:p>
          <a:p>
            <a:pPr marL="457200" lvl="0" indent="-38100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 dirty="0">
                <a:sym typeface="Cairo"/>
              </a:rPr>
              <a:t>Scope: </a:t>
            </a:r>
            <a:r>
              <a:rPr lang="en-US" dirty="0">
                <a:sym typeface="Cairo"/>
              </a:rPr>
              <a:t>Analyzing sales data, customer demographics, product performance, and website engagement.</a:t>
            </a:r>
          </a:p>
          <a:p>
            <a:pPr marL="457200" lvl="0" indent="-38100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 dirty="0">
                <a:sym typeface="Cairo"/>
              </a:rPr>
              <a:t>Data Sources: </a:t>
            </a:r>
            <a:r>
              <a:rPr lang="en-US" dirty="0">
                <a:sym typeface="Cairo"/>
              </a:rPr>
              <a:t>Order records, customer data, website analytics, and marketing reports.</a:t>
            </a:r>
          </a:p>
        </p:txBody>
      </p:sp>
      <p:pic>
        <p:nvPicPr>
          <p:cNvPr id="302" name="Google Shape;302;p42" descr="A graph with a line and numbers&#10;&#10;Description automatically generated"/>
          <p:cNvPicPr preferRelativeResize="0"/>
          <p:nvPr/>
        </p:nvPicPr>
        <p:blipFill rotWithShape="1">
          <a:blip r:embed="rId3"/>
          <a:srcRect l="10569" r="12083" b="-2"/>
          <a:stretch/>
        </p:blipFill>
        <p:spPr>
          <a:xfrm>
            <a:off x="5605346" y="1261234"/>
            <a:ext cx="2588950" cy="2911771"/>
          </a:xfrm>
          <a:prstGeom prst="rect">
            <a:avLst/>
          </a:prstGeom>
          <a:noFill/>
        </p:spPr>
      </p:pic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E8B7B4D6-E8FD-CBBA-5118-EFBCBCB120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30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3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ts val="2400"/>
            </a:pPr>
            <a:r>
              <a:rPr lang="en-US" sz="3600" dirty="0"/>
              <a:t>Data Collection &amp; Processing </a:t>
            </a:r>
          </a:p>
        </p:txBody>
      </p:sp>
      <p:sp>
        <p:nvSpPr>
          <p:cNvPr id="309" name="Google Shape;309;p43"/>
          <p:cNvSpPr txBox="1">
            <a:spLocks noGrp="1"/>
          </p:cNvSpPr>
          <p:nvPr>
            <p:ph type="body" idx="1"/>
          </p:nvPr>
        </p:nvSpPr>
        <p:spPr>
          <a:xfrm>
            <a:off x="363933" y="1873364"/>
            <a:ext cx="4263215" cy="2812936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lvl="0" indent="-40640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 dirty="0">
                <a:sym typeface="Cairo"/>
              </a:rPr>
              <a:t>Data Sources: </a:t>
            </a:r>
            <a:r>
              <a:rPr lang="en-US" dirty="0">
                <a:sym typeface="Cairo"/>
              </a:rPr>
              <a:t>CSV files, databases, API integrations (if applicable).</a:t>
            </a:r>
          </a:p>
          <a:p>
            <a:pPr marL="457200" lvl="0" indent="-40640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 dirty="0">
                <a:sym typeface="Cairo"/>
              </a:rPr>
              <a:t>Data Cleaning: </a:t>
            </a:r>
            <a:r>
              <a:rPr lang="en-US" dirty="0">
                <a:sym typeface="Cairo"/>
              </a:rPr>
              <a:t>Handling missing values, duplicate records, and inconsistent formats.</a:t>
            </a:r>
          </a:p>
          <a:p>
            <a:pPr marL="457200" lvl="0" indent="-40640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 dirty="0">
                <a:sym typeface="Cairo"/>
              </a:rPr>
              <a:t>Tools Used: </a:t>
            </a:r>
            <a:r>
              <a:rPr lang="en-US" dirty="0">
                <a:sym typeface="Cairo"/>
              </a:rPr>
              <a:t>Excel, SQL, Python (Pandas, NumPy), Power BI.</a:t>
            </a:r>
          </a:p>
        </p:txBody>
      </p:sp>
      <p:pic>
        <p:nvPicPr>
          <p:cNvPr id="331" name="Graphic 330" descr="Database">
            <a:extLst>
              <a:ext uri="{FF2B5EF4-FFF2-40B4-BE49-F238E27FC236}">
                <a16:creationId xmlns:a16="http://schemas.microsoft.com/office/drawing/2014/main" id="{FF8A895F-1A69-9D97-D6FB-B2886389FA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3064" y="1391424"/>
            <a:ext cx="2812936" cy="2812936"/>
          </a:xfrm>
          <a:prstGeom prst="rect">
            <a:avLst/>
          </a:prstGeom>
        </p:spPr>
      </p:pic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D8F4525A-3AD2-F650-16A0-21956C2C16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31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345" descr="Graph">
            <a:extLst>
              <a:ext uri="{FF2B5EF4-FFF2-40B4-BE49-F238E27FC236}">
                <a16:creationId xmlns:a16="http://schemas.microsoft.com/office/drawing/2014/main" id="{97F2DCE7-613E-BAA5-DC0E-271B8DD757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68" r="19534"/>
          <a:stretch/>
        </p:blipFill>
        <p:spPr>
          <a:xfrm>
            <a:off x="3202390" y="10"/>
            <a:ext cx="5941610" cy="5143490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315" name="Google Shape;315;p44"/>
          <p:cNvSpPr txBox="1">
            <a:spLocks noGrp="1"/>
          </p:cNvSpPr>
          <p:nvPr>
            <p:ph type="title"/>
          </p:nvPr>
        </p:nvSpPr>
        <p:spPr>
          <a:xfrm>
            <a:off x="470829" y="323388"/>
            <a:ext cx="2888343" cy="99060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pPr marL="0" lvl="0" indent="0" algn="ctr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ts val="2400"/>
            </a:pPr>
            <a:r>
              <a:rPr lang="en-US" sz="3100" dirty="0"/>
              <a:t>Key Insights </a:t>
            </a:r>
            <a:br>
              <a:rPr lang="en-US" sz="3100" dirty="0"/>
            </a:br>
            <a:r>
              <a:rPr lang="en-US" sz="3100" dirty="0"/>
              <a:t>&amp;</a:t>
            </a:r>
            <a:br>
              <a:rPr lang="en-US" sz="3100" dirty="0"/>
            </a:br>
            <a:r>
              <a:rPr lang="en-US" sz="3100" dirty="0"/>
              <a:t> Findings</a:t>
            </a:r>
          </a:p>
        </p:txBody>
      </p:sp>
      <p:sp>
        <p:nvSpPr>
          <p:cNvPr id="316" name="Google Shape;316;p44"/>
          <p:cNvSpPr txBox="1">
            <a:spLocks noGrp="1"/>
          </p:cNvSpPr>
          <p:nvPr>
            <p:ph type="body" idx="1"/>
          </p:nvPr>
        </p:nvSpPr>
        <p:spPr>
          <a:xfrm>
            <a:off x="218070" y="1791423"/>
            <a:ext cx="3788937" cy="291058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lvl="0" indent="-40640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 dirty="0">
                <a:sym typeface="Cairo"/>
              </a:rPr>
              <a:t>Sales Trends: </a:t>
            </a:r>
            <a:r>
              <a:rPr lang="en-US" dirty="0">
                <a:sym typeface="Cairo"/>
              </a:rPr>
              <a:t>Best-selling products, peak seasons, and revenue patterns.</a:t>
            </a:r>
          </a:p>
          <a:p>
            <a:pPr marL="457200" lvl="0" indent="-40640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 dirty="0">
                <a:sym typeface="Cairo"/>
              </a:rPr>
              <a:t>Customer Behavior: </a:t>
            </a:r>
            <a:r>
              <a:rPr lang="en-US" dirty="0">
                <a:sym typeface="Cairo"/>
              </a:rPr>
              <a:t>Preferred categories, repeat customers, and average order value.</a:t>
            </a:r>
          </a:p>
          <a:p>
            <a:pPr marL="457200" lvl="0" indent="-40640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 dirty="0">
                <a:sym typeface="Cairo"/>
              </a:rPr>
              <a:t>Website Performance: </a:t>
            </a:r>
            <a:r>
              <a:rPr lang="en-US" dirty="0">
                <a:sym typeface="Cairo"/>
              </a:rPr>
              <a:t>Traffic sources, bounce rates, and conversion rates.</a:t>
            </a:r>
          </a:p>
          <a:p>
            <a:pPr marL="457200" lvl="0" indent="-40640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b="1" dirty="0">
                <a:sym typeface="Cairo"/>
              </a:rPr>
              <a:t>Marketing Impact: </a:t>
            </a:r>
            <a:r>
              <a:rPr lang="en-US" dirty="0">
                <a:sym typeface="Cairo"/>
              </a:rPr>
              <a:t>Effectiveness of campaigns, ROI, and customer acquisition cost.</a:t>
            </a:r>
          </a:p>
        </p:txBody>
      </p:sp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AA073677-55FD-0D89-7FDF-B639283EE2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32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>
            <a:spLocks noGrp="1"/>
          </p:cNvSpPr>
          <p:nvPr>
            <p:ph type="title"/>
          </p:nvPr>
        </p:nvSpPr>
        <p:spPr>
          <a:xfrm>
            <a:off x="965199" y="457200"/>
            <a:ext cx="7648121" cy="824592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ts val="2400"/>
            </a:pPr>
            <a:r>
              <a:rPr lang="en-US" sz="3300"/>
              <a:t>Recommendations &amp; Business Impact</a:t>
            </a:r>
          </a:p>
        </p:txBody>
      </p:sp>
      <p:graphicFrame>
        <p:nvGraphicFramePr>
          <p:cNvPr id="360" name="Google Shape;323;p45">
            <a:extLst>
              <a:ext uri="{FF2B5EF4-FFF2-40B4-BE49-F238E27FC236}">
                <a16:creationId xmlns:a16="http://schemas.microsoft.com/office/drawing/2014/main" id="{391CAFF2-9FB1-49BC-4204-174AFF6EB7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8599020"/>
              </p:ext>
            </p:extLst>
          </p:nvPr>
        </p:nvGraphicFramePr>
        <p:xfrm>
          <a:off x="965199" y="1461407"/>
          <a:ext cx="7213600" cy="30701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E9FEF6B0-8EDA-84DC-EBF3-1D59FAE21A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33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Picture 359" descr="A robot with a face">
            <a:extLst>
              <a:ext uri="{FF2B5EF4-FFF2-40B4-BE49-F238E27FC236}">
                <a16:creationId xmlns:a16="http://schemas.microsoft.com/office/drawing/2014/main" id="{8946C269-832F-A6E3-D029-A65CA3D7683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prstClr val="white"/>
            </a:duotone>
          </a:blip>
          <a:srcRect l="30460" t="3572"/>
          <a:stretch/>
        </p:blipFill>
        <p:spPr>
          <a:xfrm>
            <a:off x="3842657" y="10"/>
            <a:ext cx="5298961" cy="5143490"/>
          </a:xfrm>
          <a:custGeom>
            <a:avLst/>
            <a:gdLst/>
            <a:ahLst/>
            <a:cxnLst/>
            <a:rect l="l" t="t" r="r" b="b"/>
            <a:pathLst>
              <a:path w="7065281" h="6858001">
                <a:moveTo>
                  <a:pt x="379987" y="0"/>
                </a:moveTo>
                <a:lnTo>
                  <a:pt x="7065281" y="0"/>
                </a:lnTo>
                <a:lnTo>
                  <a:pt x="7065281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329" name="Google Shape;329;p46"/>
          <p:cNvSpPr txBox="1">
            <a:spLocks noGrp="1"/>
          </p:cNvSpPr>
          <p:nvPr>
            <p:ph type="title"/>
          </p:nvPr>
        </p:nvSpPr>
        <p:spPr>
          <a:xfrm>
            <a:off x="241455" y="1258999"/>
            <a:ext cx="3842636" cy="177682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r" defTabSz="457200"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4000" b="1" dirty="0"/>
              <a:t>AI Assistant</a:t>
            </a:r>
          </a:p>
        </p:txBody>
      </p:sp>
      <p:sp>
        <p:nvSpPr>
          <p:cNvPr id="330" name="Google Shape;330;p4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R="0" lvl="0" indent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700" b="1">
                <a:solidFill>
                  <a:srgbClr val="FFFFFF"/>
                </a:solidFill>
              </a:rPr>
              <a:pPr marR="0" lvl="0" indent="0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34</a:t>
            </a:fld>
            <a:endParaRPr lang="en-US" sz="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Picture 355" descr="Robot hands and technology">
            <a:extLst>
              <a:ext uri="{FF2B5EF4-FFF2-40B4-BE49-F238E27FC236}">
                <a16:creationId xmlns:a16="http://schemas.microsoft.com/office/drawing/2014/main" id="{D2A60FCF-B86B-0E49-3513-EA217A2472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63" r="5800"/>
          <a:stretch/>
        </p:blipFill>
        <p:spPr>
          <a:xfrm>
            <a:off x="3195043" y="-6350"/>
            <a:ext cx="5948957" cy="5149850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335" name="Google Shape;335;p47"/>
          <p:cNvSpPr txBox="1">
            <a:spLocks noGrp="1"/>
          </p:cNvSpPr>
          <p:nvPr>
            <p:ph type="title"/>
          </p:nvPr>
        </p:nvSpPr>
        <p:spPr>
          <a:xfrm>
            <a:off x="-15611" y="605508"/>
            <a:ext cx="4208469" cy="100584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ts val="2400"/>
            </a:pPr>
            <a:r>
              <a:rPr lang="en-US" sz="2500" dirty="0"/>
              <a:t>AI User Assistance System</a:t>
            </a:r>
          </a:p>
        </p:txBody>
      </p:sp>
      <p:sp>
        <p:nvSpPr>
          <p:cNvPr id="336" name="Google Shape;336;p47"/>
          <p:cNvSpPr txBox="1">
            <a:spLocks noGrp="1"/>
          </p:cNvSpPr>
          <p:nvPr>
            <p:ph type="body" idx="1"/>
          </p:nvPr>
        </p:nvSpPr>
        <p:spPr>
          <a:xfrm>
            <a:off x="137160" y="1620441"/>
            <a:ext cx="3810000" cy="291058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lvl="0" indent="-40640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>
                <a:sym typeface="Cairo"/>
              </a:rPr>
              <a:t>In this part we aim to assist user by provide some AI system like (</a:t>
            </a:r>
            <a:r>
              <a:rPr lang="en-US" b="1" dirty="0">
                <a:sym typeface="Cairo"/>
              </a:rPr>
              <a:t>recommendation system</a:t>
            </a:r>
            <a:r>
              <a:rPr lang="en-US" dirty="0">
                <a:sym typeface="Cairo"/>
              </a:rPr>
              <a:t>, </a:t>
            </a:r>
            <a:r>
              <a:rPr lang="en-US" b="1" dirty="0">
                <a:sym typeface="Cairo"/>
              </a:rPr>
              <a:t>Chatbot</a:t>
            </a:r>
            <a:r>
              <a:rPr lang="en-US" dirty="0">
                <a:sym typeface="Cairo"/>
              </a:rPr>
              <a:t> and </a:t>
            </a:r>
            <a:r>
              <a:rPr lang="en-US" b="1" dirty="0">
                <a:sym typeface="Cairo"/>
              </a:rPr>
              <a:t>visual search</a:t>
            </a:r>
            <a:r>
              <a:rPr lang="en-US" dirty="0">
                <a:sym typeface="Cairo"/>
              </a:rPr>
              <a:t>) that will help to save user time and money.</a:t>
            </a:r>
          </a:p>
        </p:txBody>
      </p:sp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43DC78D7-A03F-A46F-0FA9-FC036229C3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35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419" descr="A 3D pattern of ring shapes connected by lines">
            <a:extLst>
              <a:ext uri="{FF2B5EF4-FFF2-40B4-BE49-F238E27FC236}">
                <a16:creationId xmlns:a16="http://schemas.microsoft.com/office/drawing/2014/main" id="{4579BD69-EB9F-BF45-8E34-3BF19A5AB8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022"/>
          <a:stretch/>
        </p:blipFill>
        <p:spPr>
          <a:xfrm>
            <a:off x="3202390" y="10"/>
            <a:ext cx="5941610" cy="5143490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342" name="Google Shape;342;p48"/>
          <p:cNvSpPr txBox="1">
            <a:spLocks noGrp="1"/>
          </p:cNvSpPr>
          <p:nvPr>
            <p:ph type="title"/>
          </p:nvPr>
        </p:nvSpPr>
        <p:spPr>
          <a:xfrm>
            <a:off x="-1297" y="472068"/>
            <a:ext cx="4550998" cy="99060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ts val="2400"/>
            </a:pPr>
            <a:r>
              <a:rPr lang="en-US" sz="2500" dirty="0"/>
              <a:t>Recommendation system</a:t>
            </a:r>
          </a:p>
        </p:txBody>
      </p:sp>
      <p:sp>
        <p:nvSpPr>
          <p:cNvPr id="450" name="Google Shape;343;p48"/>
          <p:cNvSpPr txBox="1">
            <a:spLocks noGrp="1"/>
          </p:cNvSpPr>
          <p:nvPr>
            <p:ph type="body" idx="1"/>
          </p:nvPr>
        </p:nvSpPr>
        <p:spPr>
          <a:xfrm>
            <a:off x="167640" y="1620441"/>
            <a:ext cx="3228702" cy="291058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lvl="0" indent="-40640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>
                <a:sym typeface="Cairo"/>
              </a:rPr>
              <a:t>Recommendation system enhance user experience, increase user activity, and boost sales. These systems process large datasets to identify patterns and predict what a user might like next.</a:t>
            </a:r>
          </a:p>
          <a:p>
            <a:pPr marL="457200" lvl="0" indent="-40640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>
                <a:sym typeface="Cairo"/>
              </a:rPr>
              <a:t>we can also improve recommendation accuracy by adapting to evolving user preferences.</a:t>
            </a:r>
          </a:p>
        </p:txBody>
      </p:sp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E67316DA-384A-F134-BCD6-E25CD335D5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36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Picture 379" descr="Two cute robots">
            <a:extLst>
              <a:ext uri="{FF2B5EF4-FFF2-40B4-BE49-F238E27FC236}">
                <a16:creationId xmlns:a16="http://schemas.microsoft.com/office/drawing/2014/main" id="{2BD3FF93-44EB-068A-1A03-5B2F30EBD1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16" r="8906"/>
          <a:stretch/>
        </p:blipFill>
        <p:spPr>
          <a:xfrm>
            <a:off x="3192492" y="-6350"/>
            <a:ext cx="5614957" cy="5143490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349" name="Google Shape;349;p49"/>
          <p:cNvSpPr txBox="1">
            <a:spLocks noGrp="1"/>
          </p:cNvSpPr>
          <p:nvPr>
            <p:ph type="title"/>
          </p:nvPr>
        </p:nvSpPr>
        <p:spPr>
          <a:xfrm>
            <a:off x="336550" y="512662"/>
            <a:ext cx="3059792" cy="99060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ts val="2400"/>
            </a:pPr>
            <a:r>
              <a:rPr lang="en-US" sz="3600" dirty="0"/>
              <a:t>Chatbot </a:t>
            </a:r>
          </a:p>
        </p:txBody>
      </p:sp>
      <p:sp>
        <p:nvSpPr>
          <p:cNvPr id="432" name="Google Shape;350;p49"/>
          <p:cNvSpPr txBox="1">
            <a:spLocks noGrp="1"/>
          </p:cNvSpPr>
          <p:nvPr>
            <p:ph type="body" idx="1"/>
          </p:nvPr>
        </p:nvSpPr>
        <p:spPr>
          <a:xfrm>
            <a:off x="190500" y="1620441"/>
            <a:ext cx="3756660" cy="291058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lvl="0" indent="-38100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>
                <a:sym typeface="Cairo"/>
              </a:rPr>
              <a:t>chatbot provide personalized customer support by answering queries, assisting with product searches, and guiding users through the shopping process. </a:t>
            </a:r>
          </a:p>
          <a:p>
            <a:pPr marL="457200" lvl="0" indent="-38100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>
                <a:sym typeface="Cairo"/>
              </a:rPr>
              <a:t>Chatbot also streamline order management by providing order tracking updates, processing returns, and handling cancellations. Additionally, they boost sales through conversational marketing, upselling, and cross-selling strategies.</a:t>
            </a:r>
          </a:p>
        </p:txBody>
      </p:sp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0912CCA2-9CA3-A090-E0F5-3393B505C9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37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0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ts val="2400"/>
            </a:pPr>
            <a:r>
              <a:rPr lang="en-US" sz="3600"/>
              <a:t>Visual search</a:t>
            </a:r>
          </a:p>
        </p:txBody>
      </p:sp>
      <p:graphicFrame>
        <p:nvGraphicFramePr>
          <p:cNvPr id="360" name="Google Shape;357;p50">
            <a:extLst>
              <a:ext uri="{FF2B5EF4-FFF2-40B4-BE49-F238E27FC236}">
                <a16:creationId xmlns:a16="http://schemas.microsoft.com/office/drawing/2014/main" id="{93FA9E0B-51A5-5BE6-5952-8FFB454C16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3133462"/>
              </p:ext>
            </p:extLst>
          </p:nvPr>
        </p:nvGraphicFramePr>
        <p:xfrm>
          <a:off x="508397" y="1620441"/>
          <a:ext cx="6447234" cy="2911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A2132B0A-297A-6A95-B9E6-EAA07DEB5D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38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roup 372">
            <a:extLst>
              <a:ext uri="{FF2B5EF4-FFF2-40B4-BE49-F238E27FC236}">
                <a16:creationId xmlns:a16="http://schemas.microsoft.com/office/drawing/2014/main" id="{09EA7EA7-74F5-4EE2-8E3D-1A1030825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6350"/>
            <a:ext cx="9144001" cy="5149850"/>
            <a:chOff x="0" y="-8467"/>
            <a:chExt cx="12192000" cy="6866467"/>
          </a:xfrm>
        </p:grpSpPr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A5CE79B5-7EE4-424D-AD14-5DEFB61B8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696C926F-F999-44BA-8D86-9EAB51D65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6" name="Rectangle 23">
              <a:extLst>
                <a:ext uri="{FF2B5EF4-FFF2-40B4-BE49-F238E27FC236}">
                  <a16:creationId xmlns:a16="http://schemas.microsoft.com/office/drawing/2014/main" id="{248745E7-0AF0-48F9-8E58-2673FC5F4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7" name="Rectangle 25">
              <a:extLst>
                <a:ext uri="{FF2B5EF4-FFF2-40B4-BE49-F238E27FC236}">
                  <a16:creationId xmlns:a16="http://schemas.microsoft.com/office/drawing/2014/main" id="{9715E81A-D2E0-4431-9370-4E4A9ECA7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8" name="Isosceles Triangle 377">
              <a:extLst>
                <a:ext uri="{FF2B5EF4-FFF2-40B4-BE49-F238E27FC236}">
                  <a16:creationId xmlns:a16="http://schemas.microsoft.com/office/drawing/2014/main" id="{CEDB37A9-282D-4DDB-85AD-B2090A825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9" name="Rectangle 27">
              <a:extLst>
                <a:ext uri="{FF2B5EF4-FFF2-40B4-BE49-F238E27FC236}">
                  <a16:creationId xmlns:a16="http://schemas.microsoft.com/office/drawing/2014/main" id="{533D5933-7F91-4F5E-BC31-42FD0E2D8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0" name="Rectangle 28">
              <a:extLst>
                <a:ext uri="{FF2B5EF4-FFF2-40B4-BE49-F238E27FC236}">
                  <a16:creationId xmlns:a16="http://schemas.microsoft.com/office/drawing/2014/main" id="{37ADDF68-C9BE-46EA-83DE-2C07DD839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1" name="Rectangle 29">
              <a:extLst>
                <a:ext uri="{FF2B5EF4-FFF2-40B4-BE49-F238E27FC236}">
                  <a16:creationId xmlns:a16="http://schemas.microsoft.com/office/drawing/2014/main" id="{10D67396-BABD-48A8-A892-CCB5095FA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2" name="Isosceles Triangle 381">
              <a:extLst>
                <a:ext uri="{FF2B5EF4-FFF2-40B4-BE49-F238E27FC236}">
                  <a16:creationId xmlns:a16="http://schemas.microsoft.com/office/drawing/2014/main" id="{626DA82A-72C2-4DF6-9CF0-0D1F6B96B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3" name="Isosceles Triangle 382">
              <a:extLst>
                <a:ext uri="{FF2B5EF4-FFF2-40B4-BE49-F238E27FC236}">
                  <a16:creationId xmlns:a16="http://schemas.microsoft.com/office/drawing/2014/main" id="{8EE6DC63-4380-4BE0-A68A-8F01162BD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385" name="Rectangle 384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Google Shape;363;p51"/>
          <p:cNvSpPr txBox="1">
            <a:spLocks noGrp="1"/>
          </p:cNvSpPr>
          <p:nvPr>
            <p:ph type="title"/>
          </p:nvPr>
        </p:nvSpPr>
        <p:spPr>
          <a:xfrm>
            <a:off x="1000126" y="457200"/>
            <a:ext cx="6447501" cy="99060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ts val="2400"/>
            </a:pPr>
            <a:r>
              <a:rPr lang="en-US" sz="3600" dirty="0"/>
              <a:t>AI Tools </a:t>
            </a:r>
          </a:p>
        </p:txBody>
      </p:sp>
      <p:sp>
        <p:nvSpPr>
          <p:cNvPr id="387" name="Isosceles Triangle 386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4249615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4" name="Google Shape;364;p51"/>
          <p:cNvSpPr txBox="1">
            <a:spLocks noGrp="1"/>
          </p:cNvSpPr>
          <p:nvPr>
            <p:ph type="body" idx="1"/>
          </p:nvPr>
        </p:nvSpPr>
        <p:spPr>
          <a:xfrm>
            <a:off x="1000126" y="1620441"/>
            <a:ext cx="6447501" cy="291058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lvl="0" indent="-36195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800" b="1" dirty="0">
                <a:sym typeface="Cairo"/>
              </a:rPr>
              <a:t>Python – </a:t>
            </a:r>
            <a:r>
              <a:rPr lang="en-US" sz="1800" dirty="0">
                <a:sym typeface="Cairo"/>
              </a:rPr>
              <a:t>Programming Language</a:t>
            </a:r>
            <a:endParaRPr lang="en-US" sz="1800" b="1" dirty="0">
              <a:sym typeface="Cairo"/>
            </a:endParaRPr>
          </a:p>
          <a:p>
            <a:pPr marL="457200" lvl="0" indent="-36195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800" b="1" dirty="0">
                <a:sym typeface="Cairo"/>
              </a:rPr>
              <a:t>Colab  – </a:t>
            </a:r>
            <a:r>
              <a:rPr lang="en-US" sz="1800" dirty="0">
                <a:sym typeface="Cairo"/>
              </a:rPr>
              <a:t>Environment</a:t>
            </a:r>
          </a:p>
          <a:p>
            <a:pPr marL="457200" lvl="0" indent="-36195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800" b="1" dirty="0">
                <a:sym typeface="Cairo"/>
              </a:rPr>
              <a:t>Kaggle – </a:t>
            </a:r>
            <a:r>
              <a:rPr lang="en-US" sz="1800" dirty="0">
                <a:sym typeface="Cairo"/>
              </a:rPr>
              <a:t>Datasets</a:t>
            </a:r>
          </a:p>
          <a:p>
            <a:pPr marL="457200" lvl="0" indent="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endParaRPr lang="en-US" dirty="0">
              <a:sym typeface="Cairo"/>
            </a:endParaRPr>
          </a:p>
        </p:txBody>
      </p:sp>
      <p:sp>
        <p:nvSpPr>
          <p:cNvPr id="389" name="Isosceles Triangle 388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3009900"/>
            <a:ext cx="336550" cy="21336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" name="Google Shape;366;p51">
            <a:extLst>
              <a:ext uri="{FF2B5EF4-FFF2-40B4-BE49-F238E27FC236}">
                <a16:creationId xmlns:a16="http://schemas.microsoft.com/office/drawing/2014/main" id="{16D0BE28-2767-BE02-35F7-31B249C2357B}"/>
              </a:ext>
            </a:extLst>
          </p:cNvPr>
          <p:cNvPicPr preferRelativeResize="0"/>
          <p:nvPr/>
        </p:nvPicPr>
        <p:blipFill rotWithShape="1">
          <a:blip r:embed="rId3"/>
          <a:srcRect l="12" r="9"/>
          <a:stretch/>
        </p:blipFill>
        <p:spPr>
          <a:xfrm>
            <a:off x="6580296" y="1981389"/>
            <a:ext cx="1308594" cy="1137150"/>
          </a:xfrm>
          <a:prstGeom prst="rect">
            <a:avLst/>
          </a:prstGeom>
          <a:noFill/>
        </p:spPr>
      </p:pic>
      <p:pic>
        <p:nvPicPr>
          <p:cNvPr id="3" name="Google Shape;367;p51">
            <a:extLst>
              <a:ext uri="{FF2B5EF4-FFF2-40B4-BE49-F238E27FC236}">
                <a16:creationId xmlns:a16="http://schemas.microsoft.com/office/drawing/2014/main" id="{6C4D35AD-DD8D-F3EB-BE70-8271F4B38AE3}"/>
              </a:ext>
            </a:extLst>
          </p:cNvPr>
          <p:cNvPicPr preferRelativeResize="0"/>
          <p:nvPr/>
        </p:nvPicPr>
        <p:blipFill rotWithShape="1">
          <a:blip r:embed="rId4"/>
          <a:stretch/>
        </p:blipFill>
        <p:spPr>
          <a:xfrm>
            <a:off x="6575347" y="2951308"/>
            <a:ext cx="1367313" cy="1082190"/>
          </a:xfrm>
          <a:prstGeom prst="rect">
            <a:avLst/>
          </a:prstGeom>
          <a:noFill/>
        </p:spPr>
      </p:pic>
      <p:pic>
        <p:nvPicPr>
          <p:cNvPr id="4" name="Google Shape;365;p51">
            <a:extLst>
              <a:ext uri="{FF2B5EF4-FFF2-40B4-BE49-F238E27FC236}">
                <a16:creationId xmlns:a16="http://schemas.microsoft.com/office/drawing/2014/main" id="{A04BA19B-13D1-CD85-1124-CBC67BF35CA8}"/>
              </a:ext>
            </a:extLst>
          </p:cNvPr>
          <p:cNvPicPr preferRelativeResize="0"/>
          <p:nvPr/>
        </p:nvPicPr>
        <p:blipFill rotWithShape="1">
          <a:blip r:embed="rId5"/>
          <a:srcRect l="29459" t="16631" r="27787" b="18323"/>
          <a:stretch/>
        </p:blipFill>
        <p:spPr>
          <a:xfrm>
            <a:off x="6634067" y="942771"/>
            <a:ext cx="1308594" cy="1137150"/>
          </a:xfrm>
          <a:prstGeom prst="rect">
            <a:avLst/>
          </a:prstGeom>
          <a:noFill/>
        </p:spPr>
      </p:pic>
      <p:sp>
        <p:nvSpPr>
          <p:cNvPr id="5" name="Google Shape;89;p16">
            <a:extLst>
              <a:ext uri="{FF2B5EF4-FFF2-40B4-BE49-F238E27FC236}">
                <a16:creationId xmlns:a16="http://schemas.microsoft.com/office/drawing/2014/main" id="{959D2819-1F6C-E699-9584-7B4E926274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39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Picture 402">
            <a:extLst>
              <a:ext uri="{FF2B5EF4-FFF2-40B4-BE49-F238E27FC236}">
                <a16:creationId xmlns:a16="http://schemas.microsoft.com/office/drawing/2014/main" id="{60717C6C-4D9B-C8C7-91A4-8676AD6F88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87" t="9091" r="1" b="1"/>
          <a:stretch/>
        </p:blipFill>
        <p:spPr>
          <a:xfrm>
            <a:off x="3202390" y="10"/>
            <a:ext cx="5941610" cy="5143490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373" name="Google Shape;373;p52"/>
          <p:cNvSpPr txBox="1">
            <a:spLocks noGrp="1"/>
          </p:cNvSpPr>
          <p:nvPr>
            <p:ph type="title"/>
          </p:nvPr>
        </p:nvSpPr>
        <p:spPr>
          <a:xfrm>
            <a:off x="-501957" y="1206961"/>
            <a:ext cx="4390018" cy="177682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r" defTabSz="457200">
              <a:spcBef>
                <a:spcPct val="0"/>
              </a:spcBef>
              <a:spcAft>
                <a:spcPts val="0"/>
              </a:spcAft>
              <a:buSzPts val="12000"/>
            </a:pPr>
            <a:r>
              <a:rPr lang="en-US" sz="3600" b="1" dirty="0"/>
              <a:t>System design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3"/>
          <p:cNvSpPr txBox="1">
            <a:spLocks noGrp="1"/>
          </p:cNvSpPr>
          <p:nvPr>
            <p:ph type="title"/>
          </p:nvPr>
        </p:nvSpPr>
        <p:spPr>
          <a:xfrm rot="10800000" flipV="1">
            <a:off x="1328404" y="128214"/>
            <a:ext cx="5752764" cy="86867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ctr" defTabSz="457200">
              <a:spcAft>
                <a:spcPts val="0"/>
              </a:spcAft>
              <a:buSzPts val="3000"/>
            </a:pPr>
            <a:r>
              <a:rPr lang="en-US" sz="36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rPr>
              <a:t>Sign up page</a:t>
            </a:r>
          </a:p>
        </p:txBody>
      </p:sp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1B306206-9B0D-A4D6-DCD4-D54B6E55A5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41</a:t>
            </a:fld>
            <a:endParaRPr sz="2400" b="1" dirty="0">
              <a:solidFill>
                <a:srgbClr val="92D05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45215C-48E1-27D1-F03F-56AA3DCBB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080" y="1208665"/>
            <a:ext cx="4763411" cy="342419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4"/>
          <p:cNvSpPr txBox="1">
            <a:spLocks noGrp="1"/>
          </p:cNvSpPr>
          <p:nvPr>
            <p:ph type="title"/>
          </p:nvPr>
        </p:nvSpPr>
        <p:spPr>
          <a:xfrm>
            <a:off x="634690" y="-6350"/>
            <a:ext cx="6845220" cy="92836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ctr" defTabSz="457200">
              <a:spcAft>
                <a:spcPts val="0"/>
              </a:spcAft>
              <a:buSzPts val="3000"/>
            </a:pPr>
            <a:r>
              <a:rPr lang="en-US" sz="36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rPr>
              <a:t>Login page</a:t>
            </a:r>
          </a:p>
        </p:txBody>
      </p:sp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249BC289-3C72-57C4-2D5D-816E35D657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42</a:t>
            </a:fld>
            <a:endParaRPr sz="2400" b="1" dirty="0">
              <a:solidFill>
                <a:srgbClr val="92D05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B454F1-7FF0-95C0-D364-A01FBBEC1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938" y="922019"/>
            <a:ext cx="4220262" cy="409777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5"/>
          <p:cNvSpPr txBox="1">
            <a:spLocks noGrp="1"/>
          </p:cNvSpPr>
          <p:nvPr>
            <p:ph type="title"/>
          </p:nvPr>
        </p:nvSpPr>
        <p:spPr>
          <a:xfrm>
            <a:off x="1192620" y="-12093"/>
            <a:ext cx="5972177" cy="827434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ctr" defTabSz="457200">
              <a:spcAft>
                <a:spcPts val="0"/>
              </a:spcAft>
              <a:buSzPts val="3000"/>
            </a:pPr>
            <a:r>
              <a:rPr lang="en-US" sz="36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rPr>
              <a:t>Home page</a:t>
            </a:r>
          </a:p>
        </p:txBody>
      </p:sp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5778550C-B874-24ED-3074-CF769E5D29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43</a:t>
            </a:fld>
            <a:endParaRPr sz="2400" b="1" dirty="0">
              <a:solidFill>
                <a:srgbClr val="92D05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0D3BD0-1F00-95E6-F670-248525C8E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157" y="973857"/>
            <a:ext cx="5245101" cy="3786002"/>
          </a:xfrm>
          <a:prstGeom prst="rect">
            <a:avLst/>
          </a:prstGeom>
          <a:effectLst>
            <a:outerShdw blurRad="304800" dist="50800" dir="5400000" sx="95000" sy="95000" algn="ctr" rotWithShape="0">
              <a:srgbClr val="000000">
                <a:alpha val="79000"/>
              </a:srgbClr>
            </a:outerShdw>
          </a:effec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6"/>
          <p:cNvSpPr txBox="1">
            <a:spLocks noGrp="1"/>
          </p:cNvSpPr>
          <p:nvPr>
            <p:ph type="title"/>
          </p:nvPr>
        </p:nvSpPr>
        <p:spPr>
          <a:xfrm>
            <a:off x="846003" y="-76199"/>
            <a:ext cx="5951220" cy="87630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ctr" defTabSz="457200">
              <a:spcAft>
                <a:spcPts val="400"/>
              </a:spcAft>
              <a:buSzPts val="3000"/>
            </a:pPr>
            <a:r>
              <a:rPr lang="en-US" sz="36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rPr>
              <a:t>Product page</a:t>
            </a:r>
            <a:endParaRPr lang="en-US" sz="3600" b="1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570A3A19-1855-A9A7-CA11-90FB7B03F6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44</a:t>
            </a:fld>
            <a:endParaRPr sz="2400" b="1" dirty="0">
              <a:solidFill>
                <a:srgbClr val="92D05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9416EB-6FDD-E792-5D9A-F6177136E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312" y="900496"/>
            <a:ext cx="4572601" cy="3859363"/>
          </a:xfrm>
          <a:prstGeom prst="rect">
            <a:avLst/>
          </a:prstGeom>
          <a:effectLst>
            <a:outerShdw blurRad="292100" dist="50800" dir="5400000" sx="94000" sy="94000" algn="ctr" rotWithShape="0">
              <a:srgbClr val="000000">
                <a:alpha val="76000"/>
              </a:srgbClr>
            </a:outerShdw>
          </a:effec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7"/>
          <p:cNvSpPr txBox="1">
            <a:spLocks noGrp="1"/>
          </p:cNvSpPr>
          <p:nvPr>
            <p:ph type="title"/>
          </p:nvPr>
        </p:nvSpPr>
        <p:spPr>
          <a:xfrm>
            <a:off x="333049" y="-76199"/>
            <a:ext cx="7016460" cy="85344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ctr" defTabSz="457200">
              <a:spcAft>
                <a:spcPts val="0"/>
              </a:spcAft>
              <a:buSzPts val="3000"/>
            </a:pPr>
            <a:r>
              <a:rPr lang="en-US" sz="36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Cart page</a:t>
            </a:r>
          </a:p>
        </p:txBody>
      </p:sp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AF2C21FF-E06E-B3C0-5106-176B30C6A7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45</a:t>
            </a:fld>
            <a:endParaRPr sz="2400" b="1" dirty="0">
              <a:solidFill>
                <a:srgbClr val="92D05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900F99-7DE2-3661-F69E-7AB642D78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68" y="1064989"/>
            <a:ext cx="6434241" cy="3694870"/>
          </a:xfrm>
          <a:prstGeom prst="rect">
            <a:avLst/>
          </a:prstGeom>
          <a:effectLst>
            <a:outerShdw blurRad="292100" dist="50800" dir="5400000" sx="95000" sy="95000" algn="ctr" rotWithShape="0">
              <a:srgbClr val="000000">
                <a:alpha val="77000"/>
              </a:srgbClr>
            </a:outerShdw>
          </a:effec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8"/>
          <p:cNvSpPr txBox="1">
            <a:spLocks noGrp="1"/>
          </p:cNvSpPr>
          <p:nvPr>
            <p:ph type="title"/>
          </p:nvPr>
        </p:nvSpPr>
        <p:spPr>
          <a:xfrm>
            <a:off x="2241574" y="-75747"/>
            <a:ext cx="5271481" cy="86822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defTabSz="457200">
              <a:spcAft>
                <a:spcPts val="0"/>
              </a:spcAft>
              <a:buSzPts val="3000"/>
            </a:pPr>
            <a:r>
              <a:rPr lang="en-US" sz="3600" b="1" dirty="0">
                <a:sym typeface="Arial"/>
              </a:rPr>
              <a:t>App design</a:t>
            </a:r>
            <a:endParaRPr lang="en-US" sz="3600" dirty="0"/>
          </a:p>
        </p:txBody>
      </p:sp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30941349-8D16-0A79-EC24-57E7674C9E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46</a:t>
            </a:fld>
            <a:endParaRPr sz="2400" b="1" dirty="0">
              <a:solidFill>
                <a:srgbClr val="92D050"/>
              </a:solidFill>
            </a:endParaRP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FBC4CA4B-1C87-4F32-78A6-7976E4255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564" y="1020536"/>
            <a:ext cx="2148138" cy="3739323"/>
          </a:xfrm>
          <a:prstGeom prst="rect">
            <a:avLst/>
          </a:prstGeom>
          <a:effectLst>
            <a:outerShdw blurRad="292100" dir="9000000" sx="93000" sy="93000" algn="ctr" rotWithShape="0">
              <a:prstClr val="black">
                <a:alpha val="79000"/>
              </a:prstClr>
            </a:outerShdw>
          </a:effectLst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015D1DBA-C493-27CE-9171-961D44ACC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312" y="1020536"/>
            <a:ext cx="2148138" cy="3739323"/>
          </a:xfrm>
          <a:prstGeom prst="rect">
            <a:avLst/>
          </a:prstGeom>
          <a:effectLst>
            <a:outerShdw blurRad="292100" sx="92000" sy="92000" algn="ctr" rotWithShape="0">
              <a:prstClr val="black">
                <a:alpha val="79000"/>
              </a:prstClr>
            </a:outerShdw>
          </a:effectLst>
        </p:spPr>
      </p:pic>
      <p:pic>
        <p:nvPicPr>
          <p:cNvPr id="8" name="Picture 7" descr="A black and white advertisement&#10;&#10;AI-generated content may be incorrect.">
            <a:extLst>
              <a:ext uri="{FF2B5EF4-FFF2-40B4-BE49-F238E27FC236}">
                <a16:creationId xmlns:a16="http://schemas.microsoft.com/office/drawing/2014/main" id="{723E4C9B-4375-E64D-356F-161747790F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816" y="1020535"/>
            <a:ext cx="2148138" cy="3739324"/>
          </a:xfrm>
          <a:prstGeom prst="rect">
            <a:avLst/>
          </a:prstGeom>
          <a:effectLst>
            <a:outerShdw blurRad="292100" dist="50800" dir="5400000" sx="95000" sy="95000" algn="ctr" rotWithShape="0">
              <a:srgbClr val="000000">
                <a:alpha val="79000"/>
              </a:srgbClr>
            </a:outerShdw>
          </a:effec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9"/>
          <p:cNvSpPr txBox="1">
            <a:spLocks noGrp="1"/>
          </p:cNvSpPr>
          <p:nvPr>
            <p:ph type="title"/>
          </p:nvPr>
        </p:nvSpPr>
        <p:spPr>
          <a:xfrm>
            <a:off x="-681820" y="0"/>
            <a:ext cx="6447501" cy="99060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r" defTabSz="457200">
              <a:spcAft>
                <a:spcPts val="0"/>
              </a:spcAft>
              <a:buSzPts val="5400"/>
            </a:pPr>
            <a:r>
              <a:rPr lang="en-US" sz="5400" b="1" dirty="0"/>
              <a:t>Project Timeline</a:t>
            </a:r>
          </a:p>
        </p:txBody>
      </p:sp>
      <p:sp>
        <p:nvSpPr>
          <p:cNvPr id="444" name="Google Shape;444;p5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R="0" lv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7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marR="0" lvl="0" indent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47</a:t>
            </a:fld>
            <a:endParaRPr lang="en-US" sz="700" b="1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" name="Google Shape;423;p59">
            <a:extLst>
              <a:ext uri="{FF2B5EF4-FFF2-40B4-BE49-F238E27FC236}">
                <a16:creationId xmlns:a16="http://schemas.microsoft.com/office/drawing/2014/main" id="{F5387836-C9FC-E7D7-315E-60C0A0C2AC43}"/>
              </a:ext>
            </a:extLst>
          </p:cNvPr>
          <p:cNvGrpSpPr/>
          <p:nvPr/>
        </p:nvGrpSpPr>
        <p:grpSpPr>
          <a:xfrm>
            <a:off x="168479" y="1013489"/>
            <a:ext cx="8887385" cy="3977152"/>
            <a:chOff x="0" y="73943"/>
            <a:chExt cx="8520600" cy="3116521"/>
          </a:xfrm>
        </p:grpSpPr>
        <p:sp>
          <p:nvSpPr>
            <p:cNvPr id="4" name="Google Shape;424;p59">
              <a:extLst>
                <a:ext uri="{FF2B5EF4-FFF2-40B4-BE49-F238E27FC236}">
                  <a16:creationId xmlns:a16="http://schemas.microsoft.com/office/drawing/2014/main" id="{4CBB7587-E37A-0F6B-6F2F-7EE54A6B8E66}"/>
                </a:ext>
              </a:extLst>
            </p:cNvPr>
            <p:cNvSpPr/>
            <p:nvPr/>
          </p:nvSpPr>
          <p:spPr>
            <a:xfrm>
              <a:off x="0" y="73943"/>
              <a:ext cx="8520600" cy="28314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87F91"/>
                </a:gs>
                <a:gs pos="100000">
                  <a:srgbClr val="B3D0DE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11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425;p59">
              <a:extLst>
                <a:ext uri="{FF2B5EF4-FFF2-40B4-BE49-F238E27FC236}">
                  <a16:creationId xmlns:a16="http://schemas.microsoft.com/office/drawing/2014/main" id="{D04AD6F8-5063-2C6E-53B1-04A4D8F30E96}"/>
                </a:ext>
              </a:extLst>
            </p:cNvPr>
            <p:cNvSpPr txBox="1"/>
            <p:nvPr/>
          </p:nvSpPr>
          <p:spPr>
            <a:xfrm>
              <a:off x="13822" y="87765"/>
              <a:ext cx="8492956" cy="255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az" sz="11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✅ </a:t>
              </a:r>
              <a:r>
                <a:rPr lang="az" sz="11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Completed:</a:t>
              </a:r>
              <a:endParaRPr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426;p59">
              <a:extLst>
                <a:ext uri="{FF2B5EF4-FFF2-40B4-BE49-F238E27FC236}">
                  <a16:creationId xmlns:a16="http://schemas.microsoft.com/office/drawing/2014/main" id="{67B1FA53-B7A7-F5DE-1FD8-0252C7625EDE}"/>
                </a:ext>
              </a:extLst>
            </p:cNvPr>
            <p:cNvSpPr/>
            <p:nvPr/>
          </p:nvSpPr>
          <p:spPr>
            <a:xfrm>
              <a:off x="0" y="388763"/>
              <a:ext cx="8520600" cy="28314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87F91"/>
                </a:gs>
                <a:gs pos="100000">
                  <a:srgbClr val="B3D0DE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11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427;p59">
              <a:extLst>
                <a:ext uri="{FF2B5EF4-FFF2-40B4-BE49-F238E27FC236}">
                  <a16:creationId xmlns:a16="http://schemas.microsoft.com/office/drawing/2014/main" id="{A7059B41-AE46-F3F9-80D0-8644737B3DA3}"/>
                </a:ext>
              </a:extLst>
            </p:cNvPr>
            <p:cNvSpPr txBox="1"/>
            <p:nvPr/>
          </p:nvSpPr>
          <p:spPr>
            <a:xfrm>
              <a:off x="13822" y="402585"/>
              <a:ext cx="8492956" cy="255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           </a:t>
              </a:r>
              <a:r>
                <a:rPr lang="az" sz="11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- System analysis &amp; diagrams</a:t>
              </a:r>
              <a:endParaRPr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428;p59">
              <a:extLst>
                <a:ext uri="{FF2B5EF4-FFF2-40B4-BE49-F238E27FC236}">
                  <a16:creationId xmlns:a16="http://schemas.microsoft.com/office/drawing/2014/main" id="{660DF9D5-DA23-2FF0-0D97-33CBFC644C2B}"/>
                </a:ext>
              </a:extLst>
            </p:cNvPr>
            <p:cNvSpPr/>
            <p:nvPr/>
          </p:nvSpPr>
          <p:spPr>
            <a:xfrm>
              <a:off x="0" y="703583"/>
              <a:ext cx="8520600" cy="28314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87F91"/>
                </a:gs>
                <a:gs pos="100000">
                  <a:srgbClr val="B3D0DE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11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429;p59">
              <a:extLst>
                <a:ext uri="{FF2B5EF4-FFF2-40B4-BE49-F238E27FC236}">
                  <a16:creationId xmlns:a16="http://schemas.microsoft.com/office/drawing/2014/main" id="{0CCADCEC-CD4E-33CE-54A8-1728FE7FDEB0}"/>
                </a:ext>
              </a:extLst>
            </p:cNvPr>
            <p:cNvSpPr txBox="1"/>
            <p:nvPr/>
          </p:nvSpPr>
          <p:spPr>
            <a:xfrm>
              <a:off x="13822" y="717405"/>
              <a:ext cx="8492956" cy="255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           </a:t>
              </a:r>
              <a:r>
                <a:rPr lang="az" sz="11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- Defined project idea &amp; problem</a:t>
              </a:r>
              <a:endParaRPr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430;p59">
              <a:extLst>
                <a:ext uri="{FF2B5EF4-FFF2-40B4-BE49-F238E27FC236}">
                  <a16:creationId xmlns:a16="http://schemas.microsoft.com/office/drawing/2014/main" id="{6AA86AE6-5245-A54D-95A6-EFC8E1545BFF}"/>
                </a:ext>
              </a:extLst>
            </p:cNvPr>
            <p:cNvSpPr/>
            <p:nvPr/>
          </p:nvSpPr>
          <p:spPr>
            <a:xfrm>
              <a:off x="0" y="1018403"/>
              <a:ext cx="8520600" cy="28314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87F91"/>
                </a:gs>
                <a:gs pos="100000">
                  <a:srgbClr val="B3D0DE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11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431;p59">
              <a:extLst>
                <a:ext uri="{FF2B5EF4-FFF2-40B4-BE49-F238E27FC236}">
                  <a16:creationId xmlns:a16="http://schemas.microsoft.com/office/drawing/2014/main" id="{50FCB17D-35C2-B996-313B-AE4E13EFD738}"/>
                </a:ext>
              </a:extLst>
            </p:cNvPr>
            <p:cNvSpPr txBox="1"/>
            <p:nvPr/>
          </p:nvSpPr>
          <p:spPr>
            <a:xfrm>
              <a:off x="13822" y="1032225"/>
              <a:ext cx="8492956" cy="255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           </a:t>
              </a:r>
              <a:r>
                <a:rPr lang="az" sz="11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- Developed website &amp; app frontend</a:t>
              </a:r>
              <a:r>
                <a:rPr lang="en-US" sz="11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432;p59">
              <a:extLst>
                <a:ext uri="{FF2B5EF4-FFF2-40B4-BE49-F238E27FC236}">
                  <a16:creationId xmlns:a16="http://schemas.microsoft.com/office/drawing/2014/main" id="{9C6018CF-B8E8-0484-2311-EA66BE7049B5}"/>
                </a:ext>
              </a:extLst>
            </p:cNvPr>
            <p:cNvSpPr/>
            <p:nvPr/>
          </p:nvSpPr>
          <p:spPr>
            <a:xfrm>
              <a:off x="0" y="1333224"/>
              <a:ext cx="8520600" cy="28314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87F91"/>
                </a:gs>
                <a:gs pos="100000">
                  <a:srgbClr val="B3D0DE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11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433;p59">
              <a:extLst>
                <a:ext uri="{FF2B5EF4-FFF2-40B4-BE49-F238E27FC236}">
                  <a16:creationId xmlns:a16="http://schemas.microsoft.com/office/drawing/2014/main" id="{FA83B043-B787-FB26-FAD0-59F96E0231AF}"/>
                </a:ext>
              </a:extLst>
            </p:cNvPr>
            <p:cNvSpPr txBox="1"/>
            <p:nvPr/>
          </p:nvSpPr>
          <p:spPr>
            <a:xfrm>
              <a:off x="13822" y="1347046"/>
              <a:ext cx="8492956" cy="255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az" sz="11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🔄 In Progress:</a:t>
              </a:r>
              <a:endParaRPr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434;p59">
              <a:extLst>
                <a:ext uri="{FF2B5EF4-FFF2-40B4-BE49-F238E27FC236}">
                  <a16:creationId xmlns:a16="http://schemas.microsoft.com/office/drawing/2014/main" id="{4176299E-E607-8FE7-2DB3-5A7E11DEBFD1}"/>
                </a:ext>
              </a:extLst>
            </p:cNvPr>
            <p:cNvSpPr/>
            <p:nvPr/>
          </p:nvSpPr>
          <p:spPr>
            <a:xfrm>
              <a:off x="0" y="1648044"/>
              <a:ext cx="8520600" cy="28314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87F91"/>
                </a:gs>
                <a:gs pos="100000">
                  <a:srgbClr val="B3D0DE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11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435;p59">
              <a:extLst>
                <a:ext uri="{FF2B5EF4-FFF2-40B4-BE49-F238E27FC236}">
                  <a16:creationId xmlns:a16="http://schemas.microsoft.com/office/drawing/2014/main" id="{48F35BA7-DF31-3FBF-0548-8F4BA7853C1D}"/>
                </a:ext>
              </a:extLst>
            </p:cNvPr>
            <p:cNvSpPr txBox="1"/>
            <p:nvPr/>
          </p:nvSpPr>
          <p:spPr>
            <a:xfrm>
              <a:off x="13822" y="1661866"/>
              <a:ext cx="8492956" cy="255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           </a:t>
              </a:r>
              <a:r>
                <a:rPr lang="az" sz="11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- Backend integration</a:t>
              </a:r>
              <a:r>
                <a:rPr lang="en-US" sz="11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436;p59">
              <a:extLst>
                <a:ext uri="{FF2B5EF4-FFF2-40B4-BE49-F238E27FC236}">
                  <a16:creationId xmlns:a16="http://schemas.microsoft.com/office/drawing/2014/main" id="{221BF5EA-D655-6F60-CA4C-130B785A665E}"/>
                </a:ext>
              </a:extLst>
            </p:cNvPr>
            <p:cNvSpPr/>
            <p:nvPr/>
          </p:nvSpPr>
          <p:spPr>
            <a:xfrm>
              <a:off x="0" y="1962864"/>
              <a:ext cx="8520600" cy="28314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87F91"/>
                </a:gs>
                <a:gs pos="100000">
                  <a:srgbClr val="B3D0DE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11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437;p59">
              <a:extLst>
                <a:ext uri="{FF2B5EF4-FFF2-40B4-BE49-F238E27FC236}">
                  <a16:creationId xmlns:a16="http://schemas.microsoft.com/office/drawing/2014/main" id="{1460A546-72FF-C899-E31E-85F38FF659AC}"/>
                </a:ext>
              </a:extLst>
            </p:cNvPr>
            <p:cNvSpPr txBox="1"/>
            <p:nvPr/>
          </p:nvSpPr>
          <p:spPr>
            <a:xfrm>
              <a:off x="13822" y="1976686"/>
              <a:ext cx="8492956" cy="255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           </a:t>
              </a:r>
              <a:r>
                <a:rPr lang="az" sz="11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- AI recommendation system testing</a:t>
              </a:r>
              <a:endParaRPr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438;p59">
              <a:extLst>
                <a:ext uri="{FF2B5EF4-FFF2-40B4-BE49-F238E27FC236}">
                  <a16:creationId xmlns:a16="http://schemas.microsoft.com/office/drawing/2014/main" id="{32FF7831-6F55-258C-3E61-74B1F5015148}"/>
                </a:ext>
              </a:extLst>
            </p:cNvPr>
            <p:cNvSpPr/>
            <p:nvPr/>
          </p:nvSpPr>
          <p:spPr>
            <a:xfrm>
              <a:off x="0" y="2277684"/>
              <a:ext cx="8520600" cy="28314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87F91"/>
                </a:gs>
                <a:gs pos="100000">
                  <a:srgbClr val="B3D0DE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11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439;p59">
              <a:extLst>
                <a:ext uri="{FF2B5EF4-FFF2-40B4-BE49-F238E27FC236}">
                  <a16:creationId xmlns:a16="http://schemas.microsoft.com/office/drawing/2014/main" id="{959E762F-D478-62E9-7B73-3D6F523690B3}"/>
                </a:ext>
              </a:extLst>
            </p:cNvPr>
            <p:cNvSpPr txBox="1"/>
            <p:nvPr/>
          </p:nvSpPr>
          <p:spPr>
            <a:xfrm>
              <a:off x="13822" y="2291506"/>
              <a:ext cx="8492956" cy="255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az" sz="11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⏳ </a:t>
              </a:r>
              <a:r>
                <a:rPr lang="az" sz="11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Upcoming:</a:t>
              </a:r>
              <a:endParaRPr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440;p59">
              <a:extLst>
                <a:ext uri="{FF2B5EF4-FFF2-40B4-BE49-F238E27FC236}">
                  <a16:creationId xmlns:a16="http://schemas.microsoft.com/office/drawing/2014/main" id="{B5AB5DCD-4579-E0C0-6763-E71199DF9A20}"/>
                </a:ext>
              </a:extLst>
            </p:cNvPr>
            <p:cNvSpPr/>
            <p:nvPr/>
          </p:nvSpPr>
          <p:spPr>
            <a:xfrm>
              <a:off x="0" y="2592504"/>
              <a:ext cx="8520600" cy="28314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87F91"/>
                </a:gs>
                <a:gs pos="100000">
                  <a:srgbClr val="B3D0DE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11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441;p59">
              <a:extLst>
                <a:ext uri="{FF2B5EF4-FFF2-40B4-BE49-F238E27FC236}">
                  <a16:creationId xmlns:a16="http://schemas.microsoft.com/office/drawing/2014/main" id="{6D0B90EE-1483-FFB4-8AAF-C9A7B1AE1CD5}"/>
                </a:ext>
              </a:extLst>
            </p:cNvPr>
            <p:cNvSpPr txBox="1"/>
            <p:nvPr/>
          </p:nvSpPr>
          <p:spPr>
            <a:xfrm>
              <a:off x="13822" y="2606326"/>
              <a:ext cx="8492956" cy="255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           </a:t>
              </a:r>
              <a:r>
                <a:rPr lang="az" sz="11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- Final security enhancements</a:t>
              </a:r>
              <a:endParaRPr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442;p59">
              <a:extLst>
                <a:ext uri="{FF2B5EF4-FFF2-40B4-BE49-F238E27FC236}">
                  <a16:creationId xmlns:a16="http://schemas.microsoft.com/office/drawing/2014/main" id="{AC5D5AB7-EA7E-6F8E-F3AA-29E8F6935AE3}"/>
                </a:ext>
              </a:extLst>
            </p:cNvPr>
            <p:cNvSpPr/>
            <p:nvPr/>
          </p:nvSpPr>
          <p:spPr>
            <a:xfrm>
              <a:off x="0" y="2907324"/>
              <a:ext cx="8520600" cy="28314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87F91"/>
                </a:gs>
                <a:gs pos="100000">
                  <a:srgbClr val="B3D0DE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11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443;p59">
              <a:extLst>
                <a:ext uri="{FF2B5EF4-FFF2-40B4-BE49-F238E27FC236}">
                  <a16:creationId xmlns:a16="http://schemas.microsoft.com/office/drawing/2014/main" id="{BA9A8CBE-7F14-0A8C-1C4D-02A1C3B8FECC}"/>
                </a:ext>
              </a:extLst>
            </p:cNvPr>
            <p:cNvSpPr txBox="1"/>
            <p:nvPr/>
          </p:nvSpPr>
          <p:spPr>
            <a:xfrm>
              <a:off x="13822" y="2921146"/>
              <a:ext cx="8492956" cy="255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           </a:t>
              </a:r>
              <a:r>
                <a:rPr lang="az" sz="11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- Multi-vendor support integration</a:t>
              </a:r>
              <a:endParaRPr sz="1400" b="0" i="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0"/>
          <p:cNvSpPr txBox="1">
            <a:spLocks noGrp="1"/>
          </p:cNvSpPr>
          <p:nvPr>
            <p:ph type="title"/>
          </p:nvPr>
        </p:nvSpPr>
        <p:spPr>
          <a:xfrm>
            <a:off x="965199" y="457200"/>
            <a:ext cx="7648121" cy="824592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ts val="3000"/>
            </a:pPr>
            <a:r>
              <a:rPr lang="en-US" sz="3600" b="1" dirty="0">
                <a:sym typeface="Arial"/>
              </a:rPr>
              <a:t>Conclusion &amp; Next Steps</a:t>
            </a:r>
          </a:p>
        </p:txBody>
      </p:sp>
      <p:graphicFrame>
        <p:nvGraphicFramePr>
          <p:cNvPr id="475" name="Google Shape;450;p60">
            <a:extLst>
              <a:ext uri="{FF2B5EF4-FFF2-40B4-BE49-F238E27FC236}">
                <a16:creationId xmlns:a16="http://schemas.microsoft.com/office/drawing/2014/main" id="{D24980F8-F2EE-7D03-3D14-159B944EB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3962732"/>
              </p:ext>
            </p:extLst>
          </p:nvPr>
        </p:nvGraphicFramePr>
        <p:xfrm>
          <a:off x="965199" y="1461407"/>
          <a:ext cx="7213600" cy="30701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Google Shape;89;p16">
            <a:extLst>
              <a:ext uri="{FF2B5EF4-FFF2-40B4-BE49-F238E27FC236}">
                <a16:creationId xmlns:a16="http://schemas.microsoft.com/office/drawing/2014/main" id="{CBDC4734-9811-9C70-5FE8-495808F0FC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69100" y="47598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az" sz="2400" b="1">
                <a:solidFill>
                  <a:srgbClr val="92D050"/>
                </a:solidFill>
              </a:rPr>
              <a:t>48</a:t>
            </a:fld>
            <a:endParaRPr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1" name="Group 460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6350"/>
            <a:ext cx="9144001" cy="5149850"/>
            <a:chOff x="0" y="-8467"/>
            <a:chExt cx="12192000" cy="6866467"/>
          </a:xfrm>
        </p:grpSpPr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4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65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5" name="Isosceles Triangle 484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6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7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8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9" name="Isosceles Triangle 488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0" name="Isosceles Triangle 489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491" name="Rectangle 490">
            <a:extLst>
              <a:ext uri="{FF2B5EF4-FFF2-40B4-BE49-F238E27FC236}">
                <a16:creationId xmlns:a16="http://schemas.microsoft.com/office/drawing/2014/main" id="{0ADFFC45-3DC9-4433-926F-043E879D9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B5F26A87-0610-435F-AA13-BD658385C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200422" y="-6351"/>
            <a:ext cx="3572669" cy="5149850"/>
            <a:chOff x="67175" y="-8467"/>
            <a:chExt cx="4763558" cy="6866467"/>
          </a:xfrm>
        </p:grpSpPr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E6321436-5AAD-4FB6-BB0D-316D4540E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448300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94B0BD33-3D46-4F43-947A-825DFEF61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7175" y="3681413"/>
              <a:ext cx="4763558" cy="3176587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8" name="Rectangle 23">
              <a:extLst>
                <a:ext uri="{FF2B5EF4-FFF2-40B4-BE49-F238E27FC236}">
                  <a16:creationId xmlns:a16="http://schemas.microsoft.com/office/drawing/2014/main" id="{92E26C27-E1F5-47DC-9F83-469D196C5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58764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79" name="Rectangle 25">
              <a:extLst>
                <a:ext uri="{FF2B5EF4-FFF2-40B4-BE49-F238E27FC236}">
                  <a16:creationId xmlns:a16="http://schemas.microsoft.com/office/drawing/2014/main" id="{95F944E7-2B4E-4AE2-B4DB-846FF8AE0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0730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0" name="Isosceles Triangle 479">
              <a:extLst>
                <a:ext uri="{FF2B5EF4-FFF2-40B4-BE49-F238E27FC236}">
                  <a16:creationId xmlns:a16="http://schemas.microsoft.com/office/drawing/2014/main" id="{FF14952D-390F-46CC-B302-73DDD9C4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9621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1" name="Rectangle 27">
              <a:extLst>
                <a:ext uri="{FF2B5EF4-FFF2-40B4-BE49-F238E27FC236}">
                  <a16:creationId xmlns:a16="http://schemas.microsoft.com/office/drawing/2014/main" id="{867CDE55-B22A-40D0-882A-9452919EE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11788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2" name="Isosceles Triangle 481">
              <a:extLst>
                <a:ext uri="{FF2B5EF4-FFF2-40B4-BE49-F238E27FC236}">
                  <a16:creationId xmlns:a16="http://schemas.microsoft.com/office/drawing/2014/main" id="{8C409231-C942-4808-B529-DAC32A7DB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8954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56" name="Google Shape;456;p61"/>
          <p:cNvSpPr txBox="1">
            <a:spLocks noGrp="1"/>
          </p:cNvSpPr>
          <p:nvPr>
            <p:ph type="title"/>
          </p:nvPr>
        </p:nvSpPr>
        <p:spPr>
          <a:xfrm>
            <a:off x="508001" y="962025"/>
            <a:ext cx="3822045" cy="3230361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r" defTabSz="457200">
              <a:spcBef>
                <a:spcPct val="0"/>
              </a:spcBef>
              <a:spcAft>
                <a:spcPts val="0"/>
              </a:spcAft>
              <a:buSzPts val="5400"/>
            </a:pPr>
            <a:r>
              <a:rPr lang="en-US" b="1">
                <a:solidFill>
                  <a:schemeClr val="accent1"/>
                </a:solidFill>
                <a:sym typeface="Arial"/>
              </a:rPr>
              <a:t>Thank you</a:t>
            </a:r>
            <a:endParaRPr lang="en-US" b="1">
              <a:solidFill>
                <a:schemeClr val="accent1"/>
              </a:solidFill>
            </a:endParaRPr>
          </a:p>
        </p:txBody>
      </p:sp>
      <p:sp>
        <p:nvSpPr>
          <p:cNvPr id="484" name="Freeform: Shape 483">
            <a:extLst>
              <a:ext uri="{FF2B5EF4-FFF2-40B4-BE49-F238E27FC236}">
                <a16:creationId xmlns:a16="http://schemas.microsoft.com/office/drawing/2014/main" id="{69370F01-B8C9-4CE4-824C-92B2792E6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52372" y="-6351"/>
            <a:ext cx="3806198" cy="5149851"/>
          </a:xfrm>
          <a:custGeom>
            <a:avLst/>
            <a:gdLst>
              <a:gd name="connsiteX0" fmla="*/ 0 w 5074930"/>
              <a:gd name="connsiteY0" fmla="*/ 0 h 6858000"/>
              <a:gd name="connsiteX1" fmla="*/ 1249825 w 5074930"/>
              <a:gd name="connsiteY1" fmla="*/ 0 h 6858000"/>
              <a:gd name="connsiteX2" fmla="*/ 1249825 w 5074930"/>
              <a:gd name="connsiteY2" fmla="*/ 8457 h 6858000"/>
              <a:gd name="connsiteX3" fmla="*/ 5074930 w 5074930"/>
              <a:gd name="connsiteY3" fmla="*/ 8457 h 6858000"/>
              <a:gd name="connsiteX4" fmla="*/ 5074930 w 5074930"/>
              <a:gd name="connsiteY4" fmla="*/ 6858000 h 6858000"/>
              <a:gd name="connsiteX5" fmla="*/ 1249825 w 5074930"/>
              <a:gd name="connsiteY5" fmla="*/ 6858000 h 6858000"/>
              <a:gd name="connsiteX6" fmla="*/ 1109383 w 50749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4930" h="6858000">
                <a:moveTo>
                  <a:pt x="0" y="0"/>
                </a:moveTo>
                <a:lnTo>
                  <a:pt x="1249825" y="0"/>
                </a:lnTo>
                <a:lnTo>
                  <a:pt x="1249825" y="8457"/>
                </a:lnTo>
                <a:lnTo>
                  <a:pt x="5074930" y="8457"/>
                </a:lnTo>
                <a:lnTo>
                  <a:pt x="5074930" y="6858000"/>
                </a:lnTo>
                <a:lnTo>
                  <a:pt x="1249825" y="6858000"/>
                </a:lnTo>
                <a:lnTo>
                  <a:pt x="1109383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222</TotalTime>
  <Words>1597</Words>
  <Application>Microsoft Office PowerPoint</Application>
  <PresentationFormat>On-screen Show (16:9)</PresentationFormat>
  <Paragraphs>283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Wingdings 3</vt:lpstr>
      <vt:lpstr>Trebuchet MS</vt:lpstr>
      <vt:lpstr>Times New Roman</vt:lpstr>
      <vt:lpstr>Cairo</vt:lpstr>
      <vt:lpstr>Source Code Pro</vt:lpstr>
      <vt:lpstr>Facet</vt:lpstr>
      <vt:lpstr>PowerPoint Presentation</vt:lpstr>
      <vt:lpstr>PowerPoint Presentation</vt:lpstr>
      <vt:lpstr>Introduction</vt:lpstr>
      <vt:lpstr>Project Overview</vt:lpstr>
      <vt:lpstr>Why E-commerce Market</vt:lpstr>
      <vt:lpstr>Project Idea &amp; Objectives</vt:lpstr>
      <vt:lpstr>Existing Solutions</vt:lpstr>
      <vt:lpstr>PowerPoint Presentation</vt:lpstr>
      <vt:lpstr>PowerPoint Presentation</vt:lpstr>
      <vt:lpstr>PowerPoint Presentation</vt:lpstr>
      <vt:lpstr>Technologies &amp; Tools</vt:lpstr>
      <vt:lpstr>Development Pipeline</vt:lpstr>
      <vt:lpstr>Front-End</vt:lpstr>
      <vt:lpstr>Front-End</vt:lpstr>
      <vt:lpstr>Front-End Objectives</vt:lpstr>
      <vt:lpstr>Front-End Development Process</vt:lpstr>
      <vt:lpstr>Key Features Implemented</vt:lpstr>
      <vt:lpstr>Back-End</vt:lpstr>
      <vt:lpstr>Back-End </vt:lpstr>
      <vt:lpstr>Design Patterns for ASP.NET Web APIs</vt:lpstr>
      <vt:lpstr>Architecture Patterns for ASP.NET Web APIs</vt:lpstr>
      <vt:lpstr>Back-End Tools</vt:lpstr>
      <vt:lpstr>Mobile</vt:lpstr>
      <vt:lpstr>Mobile app objective</vt:lpstr>
      <vt:lpstr>Mobile Development Work</vt:lpstr>
      <vt:lpstr>Mobile </vt:lpstr>
      <vt:lpstr>Mobile Tools</vt:lpstr>
      <vt:lpstr>Data Analysis</vt:lpstr>
      <vt:lpstr>Data Analysis Tools</vt:lpstr>
      <vt:lpstr>Project Overview </vt:lpstr>
      <vt:lpstr>Data Collection &amp; Processing </vt:lpstr>
      <vt:lpstr>Key Insights  &amp;  Findings</vt:lpstr>
      <vt:lpstr>Recommendations &amp; Business Impact</vt:lpstr>
      <vt:lpstr>AI Assistant</vt:lpstr>
      <vt:lpstr>AI User Assistance System</vt:lpstr>
      <vt:lpstr>Recommendation system</vt:lpstr>
      <vt:lpstr>Chatbot </vt:lpstr>
      <vt:lpstr>Visual search</vt:lpstr>
      <vt:lpstr>AI Tools </vt:lpstr>
      <vt:lpstr>System design </vt:lpstr>
      <vt:lpstr>Sign up page</vt:lpstr>
      <vt:lpstr>Login page</vt:lpstr>
      <vt:lpstr>Home page</vt:lpstr>
      <vt:lpstr>Product page</vt:lpstr>
      <vt:lpstr>Cart page</vt:lpstr>
      <vt:lpstr>App design</vt:lpstr>
      <vt:lpstr>Project Timeline</vt:lpstr>
      <vt:lpstr>Conclusion &amp; Next Steps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اسلام 🖤</dc:creator>
  <cp:lastModifiedBy>Akram aboelmagd</cp:lastModifiedBy>
  <cp:revision>26</cp:revision>
  <dcterms:modified xsi:type="dcterms:W3CDTF">2025-02-09T22:28:36Z</dcterms:modified>
</cp:coreProperties>
</file>